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4" r:id="rId3"/>
    <p:sldId id="258" r:id="rId4"/>
    <p:sldId id="265" r:id="rId5"/>
    <p:sldId id="262" r:id="rId6"/>
    <p:sldId id="267" r:id="rId7"/>
    <p:sldId id="270" r:id="rId8"/>
    <p:sldId id="272" r:id="rId9"/>
    <p:sldId id="263" r:id="rId10"/>
    <p:sldId id="268" r:id="rId11"/>
    <p:sldId id="269" r:id="rId12"/>
    <p:sldId id="271" r:id="rId13"/>
    <p:sldId id="273" r:id="rId14"/>
    <p:sldId id="274" r:id="rId1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9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C6C6"/>
    <a:srgbClr val="8ECBD9"/>
    <a:srgbClr val="89E0F4"/>
    <a:srgbClr val="69D0E6"/>
    <a:srgbClr val="01A8EC"/>
    <a:srgbClr val="02A5E9"/>
    <a:srgbClr val="0CA0EB"/>
    <a:srgbClr val="000115"/>
    <a:srgbClr val="031E4B"/>
    <a:srgbClr val="062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3DC871-27A7-4452-A780-AA11F8173528}" v="104" dt="2025-11-17T02:36:08.88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0" d="100"/>
          <a:sy n="40" d="100"/>
        </p:scale>
        <p:origin x="1349" y="77"/>
      </p:cViewPr>
      <p:guideLst>
        <p:guide orient="horz" pos="4009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Amisterdan de Alencar" userId="9d5d7adb-fd85-424f-bd2a-cd9cd7fe3fbd" providerId="ADAL" clId="{734B09C8-6E81-47A1-861A-D105F0EDDF3D}"/>
    <pc:docChg chg="undo redo custSel mod addSld delSld modSld sldOrd">
      <pc:chgData name="Ricardo Amisterdan de Alencar" userId="9d5d7adb-fd85-424f-bd2a-cd9cd7fe3fbd" providerId="ADAL" clId="{734B09C8-6E81-47A1-861A-D105F0EDDF3D}" dt="2025-11-17T02:36:20.639" v="2362" actId="20577"/>
      <pc:docMkLst>
        <pc:docMk/>
      </pc:docMkLst>
      <pc:sldChg chg="addSp delSp modSp mod">
        <pc:chgData name="Ricardo Amisterdan de Alencar" userId="9d5d7adb-fd85-424f-bd2a-cd9cd7fe3fbd" providerId="ADAL" clId="{734B09C8-6E81-47A1-861A-D105F0EDDF3D}" dt="2025-11-16T00:04:48.946" v="526" actId="207"/>
        <pc:sldMkLst>
          <pc:docMk/>
          <pc:sldMk cId="3120462463" sldId="256"/>
        </pc:sldMkLst>
        <pc:spChg chg="mod">
          <ac:chgData name="Ricardo Amisterdan de Alencar" userId="9d5d7adb-fd85-424f-bd2a-cd9cd7fe3fbd" providerId="ADAL" clId="{734B09C8-6E81-47A1-861A-D105F0EDDF3D}" dt="2025-11-16T00:04:48.946" v="526" actId="207"/>
          <ac:spMkLst>
            <pc:docMk/>
            <pc:sldMk cId="3120462463" sldId="256"/>
            <ac:spMk id="27" creationId="{B3B6ED26-83F8-07AA-36BC-A9CFCD1768E6}"/>
          </ac:spMkLst>
        </pc:spChg>
        <pc:spChg chg="mod">
          <ac:chgData name="Ricardo Amisterdan de Alencar" userId="9d5d7adb-fd85-424f-bd2a-cd9cd7fe3fbd" providerId="ADAL" clId="{734B09C8-6E81-47A1-861A-D105F0EDDF3D}" dt="2025-11-15T08:19:45.887" v="214" actId="122"/>
          <ac:spMkLst>
            <pc:docMk/>
            <pc:sldMk cId="3120462463" sldId="256"/>
            <ac:spMk id="28" creationId="{21239285-B7AF-6172-46A3-56A94C178722}"/>
          </ac:spMkLst>
        </pc:spChg>
        <pc:spChg chg="mod">
          <ac:chgData name="Ricardo Amisterdan de Alencar" userId="9d5d7adb-fd85-424f-bd2a-cd9cd7fe3fbd" providerId="ADAL" clId="{734B09C8-6E81-47A1-861A-D105F0EDDF3D}" dt="2025-11-15T08:19:12.020" v="211" actId="14100"/>
          <ac:spMkLst>
            <pc:docMk/>
            <pc:sldMk cId="3120462463" sldId="256"/>
            <ac:spMk id="29" creationId="{14E00F32-7BF1-3A13-21FD-B19F661DD49B}"/>
          </ac:spMkLst>
        </pc:spChg>
      </pc:sldChg>
      <pc:sldChg chg="del">
        <pc:chgData name="Ricardo Amisterdan de Alencar" userId="9d5d7adb-fd85-424f-bd2a-cd9cd7fe3fbd" providerId="ADAL" clId="{734B09C8-6E81-47A1-861A-D105F0EDDF3D}" dt="2025-11-16T02:15:57.055" v="790" actId="47"/>
        <pc:sldMkLst>
          <pc:docMk/>
          <pc:sldMk cId="1830844780" sldId="257"/>
        </pc:sldMkLst>
      </pc:sldChg>
      <pc:sldChg chg="addSp delSp modSp new mod ord">
        <pc:chgData name="Ricardo Amisterdan de Alencar" userId="9d5d7adb-fd85-424f-bd2a-cd9cd7fe3fbd" providerId="ADAL" clId="{734B09C8-6E81-47A1-861A-D105F0EDDF3D}" dt="2025-11-17T02:15:41.136" v="2026" actId="1076"/>
        <pc:sldMkLst>
          <pc:docMk/>
          <pc:sldMk cId="1453687100" sldId="258"/>
        </pc:sldMkLst>
        <pc:spChg chg="add del mod">
          <ac:chgData name="Ricardo Amisterdan de Alencar" userId="9d5d7adb-fd85-424f-bd2a-cd9cd7fe3fbd" providerId="ADAL" clId="{734B09C8-6E81-47A1-861A-D105F0EDDF3D}" dt="2025-11-16T02:53:57.081" v="897" actId="478"/>
          <ac:spMkLst>
            <pc:docMk/>
            <pc:sldMk cId="1453687100" sldId="258"/>
            <ac:spMk id="2" creationId="{9BCD3AAC-A9F0-E357-6B7D-24D80EC94B99}"/>
          </ac:spMkLst>
        </pc:spChg>
        <pc:spChg chg="add mod">
          <ac:chgData name="Ricardo Amisterdan de Alencar" userId="9d5d7adb-fd85-424f-bd2a-cd9cd7fe3fbd" providerId="ADAL" clId="{734B09C8-6E81-47A1-861A-D105F0EDDF3D}" dt="2025-11-16T03:02:23.898" v="943" actId="1076"/>
          <ac:spMkLst>
            <pc:docMk/>
            <pc:sldMk cId="1453687100" sldId="258"/>
            <ac:spMk id="4" creationId="{8BF89D28-637A-5904-4584-D16C9BE5F9DE}"/>
          </ac:spMkLst>
        </pc:spChg>
        <pc:spChg chg="add mod">
          <ac:chgData name="Ricardo Amisterdan de Alencar" userId="9d5d7adb-fd85-424f-bd2a-cd9cd7fe3fbd" providerId="ADAL" clId="{734B09C8-6E81-47A1-861A-D105F0EDDF3D}" dt="2025-11-17T02:15:32.711" v="2024" actId="1076"/>
          <ac:spMkLst>
            <pc:docMk/>
            <pc:sldMk cId="1453687100" sldId="258"/>
            <ac:spMk id="5" creationId="{A77E11F7-9CF6-9B10-E9DC-D50C0FB7B5BD}"/>
          </ac:spMkLst>
        </pc:spChg>
        <pc:spChg chg="add mod">
          <ac:chgData name="Ricardo Amisterdan de Alencar" userId="9d5d7adb-fd85-424f-bd2a-cd9cd7fe3fbd" providerId="ADAL" clId="{734B09C8-6E81-47A1-861A-D105F0EDDF3D}" dt="2025-11-17T02:15:41.136" v="2026" actId="1076"/>
          <ac:spMkLst>
            <pc:docMk/>
            <pc:sldMk cId="1453687100" sldId="258"/>
            <ac:spMk id="6" creationId="{E8EF91CA-EB4A-A673-AB51-313562D63381}"/>
          </ac:spMkLst>
        </pc:spChg>
        <pc:spChg chg="add del">
          <ac:chgData name="Ricardo Amisterdan de Alencar" userId="9d5d7adb-fd85-424f-bd2a-cd9cd7fe3fbd" providerId="ADAL" clId="{734B09C8-6E81-47A1-861A-D105F0EDDF3D}" dt="2025-11-16T02:53:38.891" v="893" actId="478"/>
          <ac:spMkLst>
            <pc:docMk/>
            <pc:sldMk cId="1453687100" sldId="258"/>
            <ac:spMk id="7" creationId="{E0B5CD84-63CA-C26F-7F2F-2F8F7DE3F8E8}"/>
          </ac:spMkLst>
        </pc:spChg>
        <pc:spChg chg="add mod">
          <ac:chgData name="Ricardo Amisterdan de Alencar" userId="9d5d7adb-fd85-424f-bd2a-cd9cd7fe3fbd" providerId="ADAL" clId="{734B09C8-6E81-47A1-861A-D105F0EDDF3D}" dt="2025-11-15T21:58:43.522" v="484" actId="207"/>
          <ac:spMkLst>
            <pc:docMk/>
            <pc:sldMk cId="1453687100" sldId="258"/>
            <ac:spMk id="9" creationId="{30690F1B-5126-CBEA-2965-DAAF5EE4E47D}"/>
          </ac:spMkLst>
        </pc:spChg>
        <pc:spChg chg="add mod">
          <ac:chgData name="Ricardo Amisterdan de Alencar" userId="9d5d7adb-fd85-424f-bd2a-cd9cd7fe3fbd" providerId="ADAL" clId="{734B09C8-6E81-47A1-861A-D105F0EDDF3D}" dt="2025-11-16T04:02:56.060" v="1007" actId="122"/>
          <ac:spMkLst>
            <pc:docMk/>
            <pc:sldMk cId="1453687100" sldId="258"/>
            <ac:spMk id="10" creationId="{206BE2AF-3372-AF08-518E-0085C8E211DF}"/>
          </ac:spMkLst>
        </pc:spChg>
      </pc:sldChg>
      <pc:sldChg chg="addSp delSp modSp add del mod ord">
        <pc:chgData name="Ricardo Amisterdan de Alencar" userId="9d5d7adb-fd85-424f-bd2a-cd9cd7fe3fbd" providerId="ADAL" clId="{734B09C8-6E81-47A1-861A-D105F0EDDF3D}" dt="2025-11-17T01:14:57.323" v="1826" actId="47"/>
        <pc:sldMkLst>
          <pc:docMk/>
          <pc:sldMk cId="2544403276" sldId="259"/>
        </pc:sldMkLst>
        <pc:spChg chg="add mod">
          <ac:chgData name="Ricardo Amisterdan de Alencar" userId="9d5d7adb-fd85-424f-bd2a-cd9cd7fe3fbd" providerId="ADAL" clId="{734B09C8-6E81-47A1-861A-D105F0EDDF3D}" dt="2025-11-16T00:54:22.836" v="647" actId="1076"/>
          <ac:spMkLst>
            <pc:docMk/>
            <pc:sldMk cId="2544403276" sldId="259"/>
            <ac:spMk id="2" creationId="{CD6C59DF-555B-9D63-BEA0-27025476576C}"/>
          </ac:spMkLst>
        </pc:spChg>
        <pc:spChg chg="add del mod">
          <ac:chgData name="Ricardo Amisterdan de Alencar" userId="9d5d7adb-fd85-424f-bd2a-cd9cd7fe3fbd" providerId="ADAL" clId="{734B09C8-6E81-47A1-861A-D105F0EDDF3D}" dt="2025-11-16T00:53:05.197" v="613"/>
          <ac:spMkLst>
            <pc:docMk/>
            <pc:sldMk cId="2544403276" sldId="259"/>
            <ac:spMk id="3" creationId="{77814146-83E3-31D2-EDD9-06CA018E9C35}"/>
          </ac:spMkLst>
        </pc:spChg>
        <pc:spChg chg="add mod">
          <ac:chgData name="Ricardo Amisterdan de Alencar" userId="9d5d7adb-fd85-424f-bd2a-cd9cd7fe3fbd" providerId="ADAL" clId="{734B09C8-6E81-47A1-861A-D105F0EDDF3D}" dt="2025-11-17T01:05:22.733" v="1802"/>
          <ac:spMkLst>
            <pc:docMk/>
            <pc:sldMk cId="2544403276" sldId="259"/>
            <ac:spMk id="4" creationId="{3938E44C-91C2-983B-B03A-0B6EE3C64019}"/>
          </ac:spMkLst>
        </pc:spChg>
        <pc:spChg chg="add del mod">
          <ac:chgData name="Ricardo Amisterdan de Alencar" userId="9d5d7adb-fd85-424f-bd2a-cd9cd7fe3fbd" providerId="ADAL" clId="{734B09C8-6E81-47A1-861A-D105F0EDDF3D}" dt="2025-11-16T01:02:48.798" v="677"/>
          <ac:spMkLst>
            <pc:docMk/>
            <pc:sldMk cId="2544403276" sldId="259"/>
            <ac:spMk id="5" creationId="{22F2418E-FFA3-522F-ACE5-DAFB8FBC596D}"/>
          </ac:spMkLst>
        </pc:spChg>
        <pc:spChg chg="add mod">
          <ac:chgData name="Ricardo Amisterdan de Alencar" userId="9d5d7adb-fd85-424f-bd2a-cd9cd7fe3fbd" providerId="ADAL" clId="{734B09C8-6E81-47A1-861A-D105F0EDDF3D}" dt="2025-11-16T05:56:57.874" v="1251" actId="120"/>
          <ac:spMkLst>
            <pc:docMk/>
            <pc:sldMk cId="2544403276" sldId="259"/>
            <ac:spMk id="6" creationId="{BE4A3157-2906-E4EE-825C-D09623E8BCBD}"/>
          </ac:spMkLst>
        </pc:spChg>
        <pc:picChg chg="add mod">
          <ac:chgData name="Ricardo Amisterdan de Alencar" userId="9d5d7adb-fd85-424f-bd2a-cd9cd7fe3fbd" providerId="ADAL" clId="{734B09C8-6E81-47A1-861A-D105F0EDDF3D}" dt="2025-11-16T04:24:10.930" v="1089" actId="1076"/>
          <ac:picMkLst>
            <pc:docMk/>
            <pc:sldMk cId="2544403276" sldId="259"/>
            <ac:picMk id="21" creationId="{A1E1A8FB-B83F-DB02-F9D1-1FF6BDE2855B}"/>
          </ac:picMkLst>
        </pc:picChg>
      </pc:sldChg>
      <pc:sldChg chg="add del">
        <pc:chgData name="Ricardo Amisterdan de Alencar" userId="9d5d7adb-fd85-424f-bd2a-cd9cd7fe3fbd" providerId="ADAL" clId="{734B09C8-6E81-47A1-861A-D105F0EDDF3D}" dt="2025-11-17T00:18:40.093" v="1636" actId="47"/>
        <pc:sldMkLst>
          <pc:docMk/>
          <pc:sldMk cId="3259646783" sldId="260"/>
        </pc:sldMkLst>
      </pc:sldChg>
      <pc:sldChg chg="add del ord">
        <pc:chgData name="Ricardo Amisterdan de Alencar" userId="9d5d7adb-fd85-424f-bd2a-cd9cd7fe3fbd" providerId="ADAL" clId="{734B09C8-6E81-47A1-861A-D105F0EDDF3D}" dt="2025-11-16T03:04:48.721" v="949" actId="47"/>
        <pc:sldMkLst>
          <pc:docMk/>
          <pc:sldMk cId="1428997316" sldId="261"/>
        </pc:sldMkLst>
      </pc:sldChg>
      <pc:sldChg chg="addSp delSp modSp add del mod ord">
        <pc:chgData name="Ricardo Amisterdan de Alencar" userId="9d5d7adb-fd85-424f-bd2a-cd9cd7fe3fbd" providerId="ADAL" clId="{734B09C8-6E81-47A1-861A-D105F0EDDF3D}" dt="2025-11-17T02:14:13.421" v="2014" actId="1076"/>
        <pc:sldMkLst>
          <pc:docMk/>
          <pc:sldMk cId="3207920358" sldId="262"/>
        </pc:sldMkLst>
        <pc:spChg chg="add del">
          <ac:chgData name="Ricardo Amisterdan de Alencar" userId="9d5d7adb-fd85-424f-bd2a-cd9cd7fe3fbd" providerId="ADAL" clId="{734B09C8-6E81-47A1-861A-D105F0EDDF3D}" dt="2025-11-16T22:26:15.886" v="1368" actId="478"/>
          <ac:spMkLst>
            <pc:docMk/>
            <pc:sldMk cId="3207920358" sldId="262"/>
            <ac:spMk id="2" creationId="{1D18D6D5-5212-47B7-E2DB-F155B8EA7C1F}"/>
          </ac:spMkLst>
        </pc:spChg>
        <pc:spChg chg="add mod">
          <ac:chgData name="Ricardo Amisterdan de Alencar" userId="9d5d7adb-fd85-424f-bd2a-cd9cd7fe3fbd" providerId="ADAL" clId="{734B09C8-6E81-47A1-861A-D105F0EDDF3D}" dt="2025-11-17T01:34:10.904" v="1835" actId="20577"/>
          <ac:spMkLst>
            <pc:docMk/>
            <pc:sldMk cId="3207920358" sldId="262"/>
            <ac:spMk id="3" creationId="{B1BDFABD-1F90-08CC-2076-17D8E6FE4C9C}"/>
          </ac:spMkLst>
        </pc:spChg>
        <pc:spChg chg="mod">
          <ac:chgData name="Ricardo Amisterdan de Alencar" userId="9d5d7adb-fd85-424f-bd2a-cd9cd7fe3fbd" providerId="ADAL" clId="{734B09C8-6E81-47A1-861A-D105F0EDDF3D}" dt="2025-11-17T01:06:54.372" v="1816" actId="1076"/>
          <ac:spMkLst>
            <pc:docMk/>
            <pc:sldMk cId="3207920358" sldId="262"/>
            <ac:spMk id="4" creationId="{52CFD876-E42D-B644-AA46-E8BCDEA28EA8}"/>
          </ac:spMkLst>
        </pc:spChg>
        <pc:spChg chg="mod">
          <ac:chgData name="Ricardo Amisterdan de Alencar" userId="9d5d7adb-fd85-424f-bd2a-cd9cd7fe3fbd" providerId="ADAL" clId="{734B09C8-6E81-47A1-861A-D105F0EDDF3D}" dt="2025-11-17T02:14:13.421" v="2014" actId="1076"/>
          <ac:spMkLst>
            <pc:docMk/>
            <pc:sldMk cId="3207920358" sldId="262"/>
            <ac:spMk id="5" creationId="{B214955B-2980-DDD9-85C1-5443DA261496}"/>
          </ac:spMkLst>
        </pc:spChg>
        <pc:spChg chg="mod">
          <ac:chgData name="Ricardo Amisterdan de Alencar" userId="9d5d7adb-fd85-424f-bd2a-cd9cd7fe3fbd" providerId="ADAL" clId="{734B09C8-6E81-47A1-861A-D105F0EDDF3D}" dt="2025-11-17T02:14:05.264" v="2012" actId="1076"/>
          <ac:spMkLst>
            <pc:docMk/>
            <pc:sldMk cId="3207920358" sldId="262"/>
            <ac:spMk id="6" creationId="{CC23BF72-AD99-5D7A-2E70-D379E9D1481C}"/>
          </ac:spMkLst>
        </pc:spChg>
      </pc:sldChg>
      <pc:sldChg chg="delSp modSp add mod ord">
        <pc:chgData name="Ricardo Amisterdan de Alencar" userId="9d5d7adb-fd85-424f-bd2a-cd9cd7fe3fbd" providerId="ADAL" clId="{734B09C8-6E81-47A1-861A-D105F0EDDF3D}" dt="2025-11-17T02:12:48.534" v="2002" actId="1076"/>
        <pc:sldMkLst>
          <pc:docMk/>
          <pc:sldMk cId="835894530" sldId="263"/>
        </pc:sldMkLst>
        <pc:spChg chg="del mod">
          <ac:chgData name="Ricardo Amisterdan de Alencar" userId="9d5d7adb-fd85-424f-bd2a-cd9cd7fe3fbd" providerId="ADAL" clId="{734B09C8-6E81-47A1-861A-D105F0EDDF3D}" dt="2025-11-16T05:21:32.944" v="1222" actId="478"/>
          <ac:spMkLst>
            <pc:docMk/>
            <pc:sldMk cId="835894530" sldId="263"/>
            <ac:spMk id="2" creationId="{4F73A5BF-BF12-BFA3-AFCC-1EC056BDF37B}"/>
          </ac:spMkLst>
        </pc:spChg>
        <pc:spChg chg="mod">
          <ac:chgData name="Ricardo Amisterdan de Alencar" userId="9d5d7adb-fd85-424f-bd2a-cd9cd7fe3fbd" providerId="ADAL" clId="{734B09C8-6E81-47A1-861A-D105F0EDDF3D}" dt="2025-11-17T02:12:48.534" v="2002" actId="1076"/>
          <ac:spMkLst>
            <pc:docMk/>
            <pc:sldMk cId="835894530" sldId="263"/>
            <ac:spMk id="5" creationId="{7B233F34-9344-B03B-FD7C-2138B2649092}"/>
          </ac:spMkLst>
        </pc:spChg>
        <pc:spChg chg="mod">
          <ac:chgData name="Ricardo Amisterdan de Alencar" userId="9d5d7adb-fd85-424f-bd2a-cd9cd7fe3fbd" providerId="ADAL" clId="{734B09C8-6E81-47A1-861A-D105F0EDDF3D}" dt="2025-11-17T02:12:41.312" v="2000" actId="1076"/>
          <ac:spMkLst>
            <pc:docMk/>
            <pc:sldMk cId="835894530" sldId="263"/>
            <ac:spMk id="6" creationId="{6B9BBA9A-7C8D-E1F4-B843-A8DF7AE49BCB}"/>
          </ac:spMkLst>
        </pc:spChg>
        <pc:spChg chg="del">
          <ac:chgData name="Ricardo Amisterdan de Alencar" userId="9d5d7adb-fd85-424f-bd2a-cd9cd7fe3fbd" providerId="ADAL" clId="{734B09C8-6E81-47A1-861A-D105F0EDDF3D}" dt="2025-11-16T05:21:35.364" v="1223" actId="478"/>
          <ac:spMkLst>
            <pc:docMk/>
            <pc:sldMk cId="835894530" sldId="263"/>
            <ac:spMk id="7" creationId="{0ADFC8BB-EB6D-76E4-F124-C8A37B3B938D}"/>
          </ac:spMkLst>
        </pc:spChg>
      </pc:sldChg>
      <pc:sldChg chg="addSp delSp modSp add mod ord">
        <pc:chgData name="Ricardo Amisterdan de Alencar" userId="9d5d7adb-fd85-424f-bd2a-cd9cd7fe3fbd" providerId="ADAL" clId="{734B09C8-6E81-47A1-861A-D105F0EDDF3D}" dt="2025-11-17T02:05:49.387" v="1939" actId="1076"/>
        <pc:sldMkLst>
          <pc:docMk/>
          <pc:sldMk cId="4247358957" sldId="264"/>
        </pc:sldMkLst>
        <pc:spChg chg="del mod">
          <ac:chgData name="Ricardo Amisterdan de Alencar" userId="9d5d7adb-fd85-424f-bd2a-cd9cd7fe3fbd" providerId="ADAL" clId="{734B09C8-6E81-47A1-861A-D105F0EDDF3D}" dt="2025-11-17T02:05:43.486" v="1937" actId="478"/>
          <ac:spMkLst>
            <pc:docMk/>
            <pc:sldMk cId="4247358957" sldId="264"/>
            <ac:spMk id="2" creationId="{6AF9737C-01A0-6A61-BEF5-6503C96520A8}"/>
          </ac:spMkLst>
        </pc:spChg>
        <pc:spChg chg="mod">
          <ac:chgData name="Ricardo Amisterdan de Alencar" userId="9d5d7adb-fd85-424f-bd2a-cd9cd7fe3fbd" providerId="ADAL" clId="{734B09C8-6E81-47A1-861A-D105F0EDDF3D}" dt="2025-11-17T01:46:04.282" v="1843" actId="1076"/>
          <ac:spMkLst>
            <pc:docMk/>
            <pc:sldMk cId="4247358957" sldId="264"/>
            <ac:spMk id="4" creationId="{F5D5A6D2-9B71-0CF7-0B4D-A0EF4EF8A609}"/>
          </ac:spMkLst>
        </pc:spChg>
        <pc:spChg chg="mod">
          <ac:chgData name="Ricardo Amisterdan de Alencar" userId="9d5d7adb-fd85-424f-bd2a-cd9cd7fe3fbd" providerId="ADAL" clId="{734B09C8-6E81-47A1-861A-D105F0EDDF3D}" dt="2025-11-17T02:05:49.387" v="1939" actId="1076"/>
          <ac:spMkLst>
            <pc:docMk/>
            <pc:sldMk cId="4247358957" sldId="264"/>
            <ac:spMk id="5" creationId="{2C249638-14C9-0FC5-BD6A-3B425BEB49E1}"/>
          </ac:spMkLst>
        </pc:spChg>
        <pc:spChg chg="del mod">
          <ac:chgData name="Ricardo Amisterdan de Alencar" userId="9d5d7adb-fd85-424f-bd2a-cd9cd7fe3fbd" providerId="ADAL" clId="{734B09C8-6E81-47A1-861A-D105F0EDDF3D}" dt="2025-11-17T00:55:34.288" v="1777" actId="478"/>
          <ac:spMkLst>
            <pc:docMk/>
            <pc:sldMk cId="4247358957" sldId="264"/>
            <ac:spMk id="6" creationId="{28C8E0B2-E276-C066-CFF5-13E0005E11A7}"/>
          </ac:spMkLst>
        </pc:spChg>
        <pc:spChg chg="add mod">
          <ac:chgData name="Ricardo Amisterdan de Alencar" userId="9d5d7adb-fd85-424f-bd2a-cd9cd7fe3fbd" providerId="ADAL" clId="{734B09C8-6E81-47A1-861A-D105F0EDDF3D}" dt="2025-11-17T02:05:43.929" v="1938"/>
          <ac:spMkLst>
            <pc:docMk/>
            <pc:sldMk cId="4247358957" sldId="264"/>
            <ac:spMk id="11" creationId="{FAC9223F-55EB-EDE3-B2A1-3355884D8AB0}"/>
          </ac:spMkLst>
        </pc:spChg>
        <pc:picChg chg="add mod">
          <ac:chgData name="Ricardo Amisterdan de Alencar" userId="9d5d7adb-fd85-424f-bd2a-cd9cd7fe3fbd" providerId="ADAL" clId="{734B09C8-6E81-47A1-861A-D105F0EDDF3D}" dt="2025-11-16T02:30:59.249" v="861"/>
          <ac:picMkLst>
            <pc:docMk/>
            <pc:sldMk cId="4247358957" sldId="264"/>
            <ac:picMk id="7" creationId="{A1634A2B-C0D1-F6D6-ABE5-2768BD627914}"/>
          </ac:picMkLst>
        </pc:picChg>
        <pc:picChg chg="add mod">
          <ac:chgData name="Ricardo Amisterdan de Alencar" userId="9d5d7adb-fd85-424f-bd2a-cd9cd7fe3fbd" providerId="ADAL" clId="{734B09C8-6E81-47A1-861A-D105F0EDDF3D}" dt="2025-11-16T23:07:17.388" v="1613" actId="1076"/>
          <ac:picMkLst>
            <pc:docMk/>
            <pc:sldMk cId="4247358957" sldId="264"/>
            <ac:picMk id="9" creationId="{7EA25C69-EA93-6183-5E39-916E66ED6171}"/>
          </ac:picMkLst>
        </pc:picChg>
        <pc:picChg chg="add del mod">
          <ac:chgData name="Ricardo Amisterdan de Alencar" userId="9d5d7adb-fd85-424f-bd2a-cd9cd7fe3fbd" providerId="ADAL" clId="{734B09C8-6E81-47A1-861A-D105F0EDDF3D}" dt="2025-11-17T01:49:18.370" v="1854" actId="478"/>
          <ac:picMkLst>
            <pc:docMk/>
            <pc:sldMk cId="4247358957" sldId="264"/>
            <ac:picMk id="10" creationId="{706DAA6A-2878-38C8-2378-163330A64C20}"/>
          </ac:picMkLst>
        </pc:picChg>
      </pc:sldChg>
      <pc:sldChg chg="addSp delSp modSp add mod ord">
        <pc:chgData name="Ricardo Amisterdan de Alencar" userId="9d5d7adb-fd85-424f-bd2a-cd9cd7fe3fbd" providerId="ADAL" clId="{734B09C8-6E81-47A1-861A-D105F0EDDF3D}" dt="2025-11-17T02:05:32.315" v="1936"/>
        <pc:sldMkLst>
          <pc:docMk/>
          <pc:sldMk cId="2576516759" sldId="265"/>
        </pc:sldMkLst>
        <pc:spChg chg="del mod">
          <ac:chgData name="Ricardo Amisterdan de Alencar" userId="9d5d7adb-fd85-424f-bd2a-cd9cd7fe3fbd" providerId="ADAL" clId="{734B09C8-6E81-47A1-861A-D105F0EDDF3D}" dt="2025-11-17T02:05:31.793" v="1935" actId="478"/>
          <ac:spMkLst>
            <pc:docMk/>
            <pc:sldMk cId="2576516759" sldId="265"/>
            <ac:spMk id="2" creationId="{6E389160-B216-0B14-8C5F-83382E2C1853}"/>
          </ac:spMkLst>
        </pc:spChg>
        <pc:spChg chg="add mod">
          <ac:chgData name="Ricardo Amisterdan de Alencar" userId="9d5d7adb-fd85-424f-bd2a-cd9cd7fe3fbd" providerId="ADAL" clId="{734B09C8-6E81-47A1-861A-D105F0EDDF3D}" dt="2025-11-17T00:22:32.930" v="1651" actId="1076"/>
          <ac:spMkLst>
            <pc:docMk/>
            <pc:sldMk cId="2576516759" sldId="265"/>
            <ac:spMk id="3" creationId="{4C85EEAC-8002-11B0-C62F-97387B8723A2}"/>
          </ac:spMkLst>
        </pc:spChg>
        <pc:spChg chg="mod">
          <ac:chgData name="Ricardo Amisterdan de Alencar" userId="9d5d7adb-fd85-424f-bd2a-cd9cd7fe3fbd" providerId="ADAL" clId="{734B09C8-6E81-47A1-861A-D105F0EDDF3D}" dt="2025-11-17T00:22:08.468" v="1647" actId="1076"/>
          <ac:spMkLst>
            <pc:docMk/>
            <pc:sldMk cId="2576516759" sldId="265"/>
            <ac:spMk id="4" creationId="{173BA363-2DC7-8CF7-543B-ADBEDE69B980}"/>
          </ac:spMkLst>
        </pc:spChg>
        <pc:spChg chg="mod">
          <ac:chgData name="Ricardo Amisterdan de Alencar" userId="9d5d7adb-fd85-424f-bd2a-cd9cd7fe3fbd" providerId="ADAL" clId="{734B09C8-6E81-47A1-861A-D105F0EDDF3D}" dt="2025-11-17T01:51:35.528" v="1859"/>
          <ac:spMkLst>
            <pc:docMk/>
            <pc:sldMk cId="2576516759" sldId="265"/>
            <ac:spMk id="5" creationId="{99375C60-21DC-5370-4D3F-C47AF7EBA953}"/>
          </ac:spMkLst>
        </pc:spChg>
        <pc:spChg chg="del mod">
          <ac:chgData name="Ricardo Amisterdan de Alencar" userId="9d5d7adb-fd85-424f-bd2a-cd9cd7fe3fbd" providerId="ADAL" clId="{734B09C8-6E81-47A1-861A-D105F0EDDF3D}" dt="2025-11-16T04:04:29.187" v="1017"/>
          <ac:spMkLst>
            <pc:docMk/>
            <pc:sldMk cId="2576516759" sldId="265"/>
            <ac:spMk id="6" creationId="{F4F7E728-8211-090F-D4FB-42020B931ACD}"/>
          </ac:spMkLst>
        </pc:spChg>
        <pc:spChg chg="add mod">
          <ac:chgData name="Ricardo Amisterdan de Alencar" userId="9d5d7adb-fd85-424f-bd2a-cd9cd7fe3fbd" providerId="ADAL" clId="{734B09C8-6E81-47A1-861A-D105F0EDDF3D}" dt="2025-11-17T02:05:32.315" v="1936"/>
          <ac:spMkLst>
            <pc:docMk/>
            <pc:sldMk cId="2576516759" sldId="265"/>
            <ac:spMk id="8" creationId="{74DE0E89-CB5B-9FA6-A347-BA5932FC6531}"/>
          </ac:spMkLst>
        </pc:spChg>
        <pc:spChg chg="add del mod">
          <ac:chgData name="Ricardo Amisterdan de Alencar" userId="9d5d7adb-fd85-424f-bd2a-cd9cd7fe3fbd" providerId="ADAL" clId="{734B09C8-6E81-47A1-861A-D105F0EDDF3D}" dt="2025-11-16T06:02:57.271" v="1300" actId="478"/>
          <ac:spMkLst>
            <pc:docMk/>
            <pc:sldMk cId="2576516759" sldId="265"/>
            <ac:spMk id="33" creationId="{3FA512EA-2266-4D61-9BCD-AD8F408CF381}"/>
          </ac:spMkLst>
        </pc:spChg>
        <pc:picChg chg="add del mod">
          <ac:chgData name="Ricardo Amisterdan de Alencar" userId="9d5d7adb-fd85-424f-bd2a-cd9cd7fe3fbd" providerId="ADAL" clId="{734B09C8-6E81-47A1-861A-D105F0EDDF3D}" dt="2025-11-16T03:37:56.943" v="970" actId="478"/>
          <ac:picMkLst>
            <pc:docMk/>
            <pc:sldMk cId="2576516759" sldId="265"/>
            <ac:picMk id="7" creationId="{8D666403-795F-BF7A-9180-99C610022036}"/>
          </ac:picMkLst>
        </pc:picChg>
        <pc:picChg chg="add del mod">
          <ac:chgData name="Ricardo Amisterdan de Alencar" userId="9d5d7adb-fd85-424f-bd2a-cd9cd7fe3fbd" providerId="ADAL" clId="{734B09C8-6E81-47A1-861A-D105F0EDDF3D}" dt="2025-11-16T03:48:01.532" v="982" actId="478"/>
          <ac:picMkLst>
            <pc:docMk/>
            <pc:sldMk cId="2576516759" sldId="265"/>
            <ac:picMk id="9" creationId="{E5DB7C36-C9F6-87EB-B57C-1F4C149FEF0C}"/>
          </ac:picMkLst>
        </pc:picChg>
        <pc:picChg chg="add del mod">
          <ac:chgData name="Ricardo Amisterdan de Alencar" userId="9d5d7adb-fd85-424f-bd2a-cd9cd7fe3fbd" providerId="ADAL" clId="{734B09C8-6E81-47A1-861A-D105F0EDDF3D}" dt="2025-11-16T03:59:31.818" v="997" actId="478"/>
          <ac:picMkLst>
            <pc:docMk/>
            <pc:sldMk cId="2576516759" sldId="265"/>
            <ac:picMk id="11" creationId="{B453B93A-D6D0-752E-34EC-1687DD2B48A6}"/>
          </ac:picMkLst>
        </pc:picChg>
        <pc:picChg chg="add del mod">
          <ac:chgData name="Ricardo Amisterdan de Alencar" userId="9d5d7adb-fd85-424f-bd2a-cd9cd7fe3fbd" providerId="ADAL" clId="{734B09C8-6E81-47A1-861A-D105F0EDDF3D}" dt="2025-11-16T04:17:00.440" v="1052" actId="478"/>
          <ac:picMkLst>
            <pc:docMk/>
            <pc:sldMk cId="2576516759" sldId="265"/>
            <ac:picMk id="13" creationId="{05721D72-AFA4-2819-6725-B888A270F202}"/>
          </ac:picMkLst>
        </pc:picChg>
        <pc:picChg chg="add del mod">
          <ac:chgData name="Ricardo Amisterdan de Alencar" userId="9d5d7adb-fd85-424f-bd2a-cd9cd7fe3fbd" providerId="ADAL" clId="{734B09C8-6E81-47A1-861A-D105F0EDDF3D}" dt="2025-11-16T04:18:45.669" v="1060" actId="478"/>
          <ac:picMkLst>
            <pc:docMk/>
            <pc:sldMk cId="2576516759" sldId="265"/>
            <ac:picMk id="15" creationId="{C3AE4CB8-3BD7-3618-A376-12D4C4022E16}"/>
          </ac:picMkLst>
        </pc:picChg>
        <pc:picChg chg="add del mod">
          <ac:chgData name="Ricardo Amisterdan de Alencar" userId="9d5d7adb-fd85-424f-bd2a-cd9cd7fe3fbd" providerId="ADAL" clId="{734B09C8-6E81-47A1-861A-D105F0EDDF3D}" dt="2025-11-16T04:22:27.734" v="1074" actId="478"/>
          <ac:picMkLst>
            <pc:docMk/>
            <pc:sldMk cId="2576516759" sldId="265"/>
            <ac:picMk id="17" creationId="{4CFA6A67-C59F-FBE4-BFEE-33881DC377A3}"/>
          </ac:picMkLst>
        </pc:picChg>
        <pc:picChg chg="add del mod">
          <ac:chgData name="Ricardo Amisterdan de Alencar" userId="9d5d7adb-fd85-424f-bd2a-cd9cd7fe3fbd" providerId="ADAL" clId="{734B09C8-6E81-47A1-861A-D105F0EDDF3D}" dt="2025-11-16T04:21:45.016" v="1070" actId="478"/>
          <ac:picMkLst>
            <pc:docMk/>
            <pc:sldMk cId="2576516759" sldId="265"/>
            <ac:picMk id="19" creationId="{6DABF7D1-EAD5-D3A1-D669-174591E0B307}"/>
          </ac:picMkLst>
        </pc:picChg>
        <pc:picChg chg="add del mod">
          <ac:chgData name="Ricardo Amisterdan de Alencar" userId="9d5d7adb-fd85-424f-bd2a-cd9cd7fe3fbd" providerId="ADAL" clId="{734B09C8-6E81-47A1-861A-D105F0EDDF3D}" dt="2025-11-16T04:24:43.102" v="1093" actId="478"/>
          <ac:picMkLst>
            <pc:docMk/>
            <pc:sldMk cId="2576516759" sldId="265"/>
            <ac:picMk id="21" creationId="{A1E1A8FB-B83F-DB02-F9D1-1FF6BDE2855B}"/>
          </ac:picMkLst>
        </pc:picChg>
        <pc:picChg chg="add del">
          <ac:chgData name="Ricardo Amisterdan de Alencar" userId="9d5d7adb-fd85-424f-bd2a-cd9cd7fe3fbd" providerId="ADAL" clId="{734B09C8-6E81-47A1-861A-D105F0EDDF3D}" dt="2025-11-16T04:24:10.649" v="1088" actId="22"/>
          <ac:picMkLst>
            <pc:docMk/>
            <pc:sldMk cId="2576516759" sldId="265"/>
            <ac:picMk id="23" creationId="{343871B5-5688-8654-0ACC-EDA1CBBF6768}"/>
          </ac:picMkLst>
        </pc:picChg>
        <pc:picChg chg="add del mod">
          <ac:chgData name="Ricardo Amisterdan de Alencar" userId="9d5d7adb-fd85-424f-bd2a-cd9cd7fe3fbd" providerId="ADAL" clId="{734B09C8-6E81-47A1-861A-D105F0EDDF3D}" dt="2025-11-16T04:28:28.892" v="1101" actId="478"/>
          <ac:picMkLst>
            <pc:docMk/>
            <pc:sldMk cId="2576516759" sldId="265"/>
            <ac:picMk id="25" creationId="{62D843C0-6EB4-1D7B-D7A1-677671DCB8B6}"/>
          </ac:picMkLst>
        </pc:picChg>
        <pc:picChg chg="add del mod">
          <ac:chgData name="Ricardo Amisterdan de Alencar" userId="9d5d7adb-fd85-424f-bd2a-cd9cd7fe3fbd" providerId="ADAL" clId="{734B09C8-6E81-47A1-861A-D105F0EDDF3D}" dt="2025-11-16T04:28:35.961" v="1104" actId="478"/>
          <ac:picMkLst>
            <pc:docMk/>
            <pc:sldMk cId="2576516759" sldId="265"/>
            <ac:picMk id="27" creationId="{8B723B9B-1660-C6EA-D11A-CD8B1BC36787}"/>
          </ac:picMkLst>
        </pc:picChg>
        <pc:picChg chg="add del mod">
          <ac:chgData name="Ricardo Amisterdan de Alencar" userId="9d5d7adb-fd85-424f-bd2a-cd9cd7fe3fbd" providerId="ADAL" clId="{734B09C8-6E81-47A1-861A-D105F0EDDF3D}" dt="2025-11-16T04:30:28.696" v="1110" actId="478"/>
          <ac:picMkLst>
            <pc:docMk/>
            <pc:sldMk cId="2576516759" sldId="265"/>
            <ac:picMk id="29" creationId="{D18BD58D-4A70-003C-8A82-BF94F716267A}"/>
          </ac:picMkLst>
        </pc:picChg>
        <pc:picChg chg="add mod">
          <ac:chgData name="Ricardo Amisterdan de Alencar" userId="9d5d7adb-fd85-424f-bd2a-cd9cd7fe3fbd" providerId="ADAL" clId="{734B09C8-6E81-47A1-861A-D105F0EDDF3D}" dt="2025-11-17T01:33:06.568" v="1827" actId="1076"/>
          <ac:picMkLst>
            <pc:docMk/>
            <pc:sldMk cId="2576516759" sldId="265"/>
            <ac:picMk id="31" creationId="{2F66D3C3-3052-F6B5-6A48-E67A64D995A7}"/>
          </ac:picMkLst>
        </pc:picChg>
      </pc:sldChg>
      <pc:sldChg chg="add del ord">
        <pc:chgData name="Ricardo Amisterdan de Alencar" userId="9d5d7adb-fd85-424f-bd2a-cd9cd7fe3fbd" providerId="ADAL" clId="{734B09C8-6E81-47A1-861A-D105F0EDDF3D}" dt="2025-11-17T00:19:00.640" v="1639" actId="47"/>
        <pc:sldMkLst>
          <pc:docMk/>
          <pc:sldMk cId="3941331926" sldId="266"/>
        </pc:sldMkLst>
      </pc:sldChg>
      <pc:sldChg chg="addSp delSp modSp add mod">
        <pc:chgData name="Ricardo Amisterdan de Alencar" userId="9d5d7adb-fd85-424f-bd2a-cd9cd7fe3fbd" providerId="ADAL" clId="{734B09C8-6E81-47A1-861A-D105F0EDDF3D}" dt="2025-11-17T02:05:24.874" v="1934" actId="14100"/>
        <pc:sldMkLst>
          <pc:docMk/>
          <pc:sldMk cId="1444518438" sldId="267"/>
        </pc:sldMkLst>
        <pc:spChg chg="del">
          <ac:chgData name="Ricardo Amisterdan de Alencar" userId="9d5d7adb-fd85-424f-bd2a-cd9cd7fe3fbd" providerId="ADAL" clId="{734B09C8-6E81-47A1-861A-D105F0EDDF3D}" dt="2025-11-17T02:05:17.435" v="1931" actId="478"/>
          <ac:spMkLst>
            <pc:docMk/>
            <pc:sldMk cId="1444518438" sldId="267"/>
            <ac:spMk id="2" creationId="{8080FF94-FE39-960C-A111-0C1D19E92329}"/>
          </ac:spMkLst>
        </pc:spChg>
        <pc:spChg chg="mod">
          <ac:chgData name="Ricardo Amisterdan de Alencar" userId="9d5d7adb-fd85-424f-bd2a-cd9cd7fe3fbd" providerId="ADAL" clId="{734B09C8-6E81-47A1-861A-D105F0EDDF3D}" dt="2025-11-17T01:33:34.351" v="1829" actId="20577"/>
          <ac:spMkLst>
            <pc:docMk/>
            <pc:sldMk cId="1444518438" sldId="267"/>
            <ac:spMk id="4" creationId="{791903D4-F8A5-B9CD-E9F7-7F1CC3A69BD3}"/>
          </ac:spMkLst>
        </pc:spChg>
        <pc:spChg chg="mod">
          <ac:chgData name="Ricardo Amisterdan de Alencar" userId="9d5d7adb-fd85-424f-bd2a-cd9cd7fe3fbd" providerId="ADAL" clId="{734B09C8-6E81-47A1-861A-D105F0EDDF3D}" dt="2025-11-17T02:05:24.874" v="1934" actId="14100"/>
          <ac:spMkLst>
            <pc:docMk/>
            <pc:sldMk cId="1444518438" sldId="267"/>
            <ac:spMk id="5" creationId="{02A94E90-7982-54F4-881A-BE8C6FDE441D}"/>
          </ac:spMkLst>
        </pc:spChg>
        <pc:spChg chg="add mod">
          <ac:chgData name="Ricardo Amisterdan de Alencar" userId="9d5d7adb-fd85-424f-bd2a-cd9cd7fe3fbd" providerId="ADAL" clId="{734B09C8-6E81-47A1-861A-D105F0EDDF3D}" dt="2025-11-17T02:05:18.619" v="1932"/>
          <ac:spMkLst>
            <pc:docMk/>
            <pc:sldMk cId="1444518438" sldId="267"/>
            <ac:spMk id="8" creationId="{AA58C5F3-F477-FDCF-CF93-2FE0D87299ED}"/>
          </ac:spMkLst>
        </pc:spChg>
        <pc:graphicFrameChg chg="add mod modGraphic">
          <ac:chgData name="Ricardo Amisterdan de Alencar" userId="9d5d7adb-fd85-424f-bd2a-cd9cd7fe3fbd" providerId="ADAL" clId="{734B09C8-6E81-47A1-861A-D105F0EDDF3D}" dt="2025-11-17T01:34:00.454" v="1834" actId="1076"/>
          <ac:graphicFrameMkLst>
            <pc:docMk/>
            <pc:sldMk cId="1444518438" sldId="267"/>
            <ac:graphicFrameMk id="3" creationId="{8D2D27C8-F960-4B90-5DEB-76571467A8D7}"/>
          </ac:graphicFrameMkLst>
        </pc:graphicFrameChg>
        <pc:picChg chg="add del mod">
          <ac:chgData name="Ricardo Amisterdan de Alencar" userId="9d5d7adb-fd85-424f-bd2a-cd9cd7fe3fbd" providerId="ADAL" clId="{734B09C8-6E81-47A1-861A-D105F0EDDF3D}" dt="2025-11-16T04:51:34.060" v="1181" actId="478"/>
          <ac:picMkLst>
            <pc:docMk/>
            <pc:sldMk cId="1444518438" sldId="267"/>
            <ac:picMk id="6" creationId="{C5666ACE-2396-874E-BC1A-EB60913046DD}"/>
          </ac:picMkLst>
        </pc:picChg>
        <pc:picChg chg="add del mod">
          <ac:chgData name="Ricardo Amisterdan de Alencar" userId="9d5d7adb-fd85-424f-bd2a-cd9cd7fe3fbd" providerId="ADAL" clId="{734B09C8-6E81-47A1-861A-D105F0EDDF3D}" dt="2025-11-16T04:53:41.464" v="1186" actId="478"/>
          <ac:picMkLst>
            <pc:docMk/>
            <pc:sldMk cId="1444518438" sldId="267"/>
            <ac:picMk id="8" creationId="{FEF9518A-1588-F399-DB36-3DA7F69E93F5}"/>
          </ac:picMkLst>
        </pc:picChg>
        <pc:picChg chg="add mod">
          <ac:chgData name="Ricardo Amisterdan de Alencar" userId="9d5d7adb-fd85-424f-bd2a-cd9cd7fe3fbd" providerId="ADAL" clId="{734B09C8-6E81-47A1-861A-D105F0EDDF3D}" dt="2025-11-17T01:33:57.226" v="1833" actId="1076"/>
          <ac:picMkLst>
            <pc:docMk/>
            <pc:sldMk cId="1444518438" sldId="267"/>
            <ac:picMk id="10" creationId="{C1AC774E-B0A3-8635-6859-9366E632EA6D}"/>
          </ac:picMkLst>
        </pc:picChg>
        <pc:picChg chg="del">
          <ac:chgData name="Ricardo Amisterdan de Alencar" userId="9d5d7adb-fd85-424f-bd2a-cd9cd7fe3fbd" providerId="ADAL" clId="{734B09C8-6E81-47A1-861A-D105F0EDDF3D}" dt="2025-11-16T04:51:17.122" v="1178" actId="478"/>
          <ac:picMkLst>
            <pc:docMk/>
            <pc:sldMk cId="1444518438" sldId="267"/>
            <ac:picMk id="31" creationId="{566C1F05-F51B-5EDD-E585-5D6F23546BA8}"/>
          </ac:picMkLst>
        </pc:picChg>
      </pc:sldChg>
      <pc:sldChg chg="addSp delSp modSp add mod">
        <pc:chgData name="Ricardo Amisterdan de Alencar" userId="9d5d7adb-fd85-424f-bd2a-cd9cd7fe3fbd" providerId="ADAL" clId="{734B09C8-6E81-47A1-861A-D105F0EDDF3D}" dt="2025-11-17T02:04:22.416" v="1923" actId="1076"/>
        <pc:sldMkLst>
          <pc:docMk/>
          <pc:sldMk cId="3790976851" sldId="268"/>
        </pc:sldMkLst>
        <pc:spChg chg="mod">
          <ac:chgData name="Ricardo Amisterdan de Alencar" userId="9d5d7adb-fd85-424f-bd2a-cd9cd7fe3fbd" providerId="ADAL" clId="{734B09C8-6E81-47A1-861A-D105F0EDDF3D}" dt="2025-11-17T02:04:22.416" v="1923" actId="1076"/>
          <ac:spMkLst>
            <pc:docMk/>
            <pc:sldMk cId="3790976851" sldId="268"/>
            <ac:spMk id="2" creationId="{3931C753-E091-FA0E-7110-46B5ECFE5D97}"/>
          </ac:spMkLst>
        </pc:spChg>
        <pc:spChg chg="mod">
          <ac:chgData name="Ricardo Amisterdan de Alencar" userId="9d5d7adb-fd85-424f-bd2a-cd9cd7fe3fbd" providerId="ADAL" clId="{734B09C8-6E81-47A1-861A-D105F0EDDF3D}" dt="2025-11-17T01:59:12.504" v="1884" actId="122"/>
          <ac:spMkLst>
            <pc:docMk/>
            <pc:sldMk cId="3790976851" sldId="268"/>
            <ac:spMk id="4" creationId="{684D3681-DDB3-2B00-BB34-3ADD6D7C1470}"/>
          </ac:spMkLst>
        </pc:spChg>
        <pc:spChg chg="mod">
          <ac:chgData name="Ricardo Amisterdan de Alencar" userId="9d5d7adb-fd85-424f-bd2a-cd9cd7fe3fbd" providerId="ADAL" clId="{734B09C8-6E81-47A1-861A-D105F0EDDF3D}" dt="2025-11-17T02:00:35.062" v="1887" actId="14100"/>
          <ac:spMkLst>
            <pc:docMk/>
            <pc:sldMk cId="3790976851" sldId="268"/>
            <ac:spMk id="5" creationId="{33783763-2C66-429F-8A69-843AD6D09D82}"/>
          </ac:spMkLst>
        </pc:spChg>
        <pc:spChg chg="add del mod">
          <ac:chgData name="Ricardo Amisterdan de Alencar" userId="9d5d7adb-fd85-424f-bd2a-cd9cd7fe3fbd" providerId="ADAL" clId="{734B09C8-6E81-47A1-861A-D105F0EDDF3D}" dt="2025-11-17T02:03:09.762" v="1913" actId="478"/>
          <ac:spMkLst>
            <pc:docMk/>
            <pc:sldMk cId="3790976851" sldId="268"/>
            <ac:spMk id="14" creationId="{14F78ECA-A2FD-89A2-AC48-D621181CF3FF}"/>
          </ac:spMkLst>
        </pc:spChg>
        <pc:spChg chg="add mod">
          <ac:chgData name="Ricardo Amisterdan de Alencar" userId="9d5d7adb-fd85-424f-bd2a-cd9cd7fe3fbd" providerId="ADAL" clId="{734B09C8-6E81-47A1-861A-D105F0EDDF3D}" dt="2025-11-17T02:02:27.445" v="1909" actId="571"/>
          <ac:spMkLst>
            <pc:docMk/>
            <pc:sldMk cId="3790976851" sldId="268"/>
            <ac:spMk id="15" creationId="{F1350B1B-3F44-8180-32F3-3DD5BF85F1FA}"/>
          </ac:spMkLst>
        </pc:spChg>
        <pc:spChg chg="add mod">
          <ac:chgData name="Ricardo Amisterdan de Alencar" userId="9d5d7adb-fd85-424f-bd2a-cd9cd7fe3fbd" providerId="ADAL" clId="{734B09C8-6E81-47A1-861A-D105F0EDDF3D}" dt="2025-11-17T02:02:25.922" v="1906" actId="571"/>
          <ac:spMkLst>
            <pc:docMk/>
            <pc:sldMk cId="3790976851" sldId="268"/>
            <ac:spMk id="16" creationId="{CA00885D-59CA-6A2A-EFBC-BB3E85ED8338}"/>
          </ac:spMkLst>
        </pc:spChg>
        <pc:spChg chg="add mod">
          <ac:chgData name="Ricardo Amisterdan de Alencar" userId="9d5d7adb-fd85-424f-bd2a-cd9cd7fe3fbd" providerId="ADAL" clId="{734B09C8-6E81-47A1-861A-D105F0EDDF3D}" dt="2025-11-17T02:02:25.487" v="1905" actId="571"/>
          <ac:spMkLst>
            <pc:docMk/>
            <pc:sldMk cId="3790976851" sldId="268"/>
            <ac:spMk id="17" creationId="{47D99B62-F976-FA94-75D2-5A18866F9BCC}"/>
          </ac:spMkLst>
        </pc:spChg>
        <pc:spChg chg="add mod">
          <ac:chgData name="Ricardo Amisterdan de Alencar" userId="9d5d7adb-fd85-424f-bd2a-cd9cd7fe3fbd" providerId="ADAL" clId="{734B09C8-6E81-47A1-861A-D105F0EDDF3D}" dt="2025-11-17T02:02:25.487" v="1905" actId="571"/>
          <ac:spMkLst>
            <pc:docMk/>
            <pc:sldMk cId="3790976851" sldId="268"/>
            <ac:spMk id="18" creationId="{6EE73CCC-F518-212E-3D16-525C9D3D2C6C}"/>
          </ac:spMkLst>
        </pc:spChg>
        <pc:spChg chg="add mod">
          <ac:chgData name="Ricardo Amisterdan de Alencar" userId="9d5d7adb-fd85-424f-bd2a-cd9cd7fe3fbd" providerId="ADAL" clId="{734B09C8-6E81-47A1-861A-D105F0EDDF3D}" dt="2025-11-17T02:02:25.102" v="1904" actId="571"/>
          <ac:spMkLst>
            <pc:docMk/>
            <pc:sldMk cId="3790976851" sldId="268"/>
            <ac:spMk id="19" creationId="{D2CE1B3C-25E9-D4CC-36C5-CCA1BCE187C2}"/>
          </ac:spMkLst>
        </pc:spChg>
        <pc:spChg chg="add mod">
          <ac:chgData name="Ricardo Amisterdan de Alencar" userId="9d5d7adb-fd85-424f-bd2a-cd9cd7fe3fbd" providerId="ADAL" clId="{734B09C8-6E81-47A1-861A-D105F0EDDF3D}" dt="2025-11-17T02:02:25.102" v="1904" actId="571"/>
          <ac:spMkLst>
            <pc:docMk/>
            <pc:sldMk cId="3790976851" sldId="268"/>
            <ac:spMk id="20" creationId="{B13E8A21-296E-C3D1-E5CD-9F6957994234}"/>
          </ac:spMkLst>
        </pc:spChg>
        <pc:spChg chg="add mod">
          <ac:chgData name="Ricardo Amisterdan de Alencar" userId="9d5d7adb-fd85-424f-bd2a-cd9cd7fe3fbd" providerId="ADAL" clId="{734B09C8-6E81-47A1-861A-D105F0EDDF3D}" dt="2025-11-17T02:02:25.102" v="1904" actId="571"/>
          <ac:spMkLst>
            <pc:docMk/>
            <pc:sldMk cId="3790976851" sldId="268"/>
            <ac:spMk id="21" creationId="{DAABA600-1FB6-8E2B-3EA4-074F669B2184}"/>
          </ac:spMkLst>
        </pc:spChg>
        <pc:spChg chg="add mod">
          <ac:chgData name="Ricardo Amisterdan de Alencar" userId="9d5d7adb-fd85-424f-bd2a-cd9cd7fe3fbd" providerId="ADAL" clId="{734B09C8-6E81-47A1-861A-D105F0EDDF3D}" dt="2025-11-17T02:02:24.679" v="1903" actId="571"/>
          <ac:spMkLst>
            <pc:docMk/>
            <pc:sldMk cId="3790976851" sldId="268"/>
            <ac:spMk id="22" creationId="{557CE13A-C7C5-A240-FCF0-EFABC8CDD6E2}"/>
          </ac:spMkLst>
        </pc:spChg>
        <pc:spChg chg="add mod">
          <ac:chgData name="Ricardo Amisterdan de Alencar" userId="9d5d7adb-fd85-424f-bd2a-cd9cd7fe3fbd" providerId="ADAL" clId="{734B09C8-6E81-47A1-861A-D105F0EDDF3D}" dt="2025-11-17T02:02:24.679" v="1903" actId="571"/>
          <ac:spMkLst>
            <pc:docMk/>
            <pc:sldMk cId="3790976851" sldId="268"/>
            <ac:spMk id="23" creationId="{AC5509D8-7B12-69C8-BF3C-3061D6AC668A}"/>
          </ac:spMkLst>
        </pc:spChg>
        <pc:spChg chg="add mod">
          <ac:chgData name="Ricardo Amisterdan de Alencar" userId="9d5d7adb-fd85-424f-bd2a-cd9cd7fe3fbd" providerId="ADAL" clId="{734B09C8-6E81-47A1-861A-D105F0EDDF3D}" dt="2025-11-17T02:02:24.679" v="1903" actId="571"/>
          <ac:spMkLst>
            <pc:docMk/>
            <pc:sldMk cId="3790976851" sldId="268"/>
            <ac:spMk id="24" creationId="{B50BBD9D-ECF1-7498-FC98-6EA1E05764D8}"/>
          </ac:spMkLst>
        </pc:spChg>
        <pc:spChg chg="add mod">
          <ac:chgData name="Ricardo Amisterdan de Alencar" userId="9d5d7adb-fd85-424f-bd2a-cd9cd7fe3fbd" providerId="ADAL" clId="{734B09C8-6E81-47A1-861A-D105F0EDDF3D}" dt="2025-11-17T02:02:24.679" v="1903" actId="571"/>
          <ac:spMkLst>
            <pc:docMk/>
            <pc:sldMk cId="3790976851" sldId="268"/>
            <ac:spMk id="25" creationId="{9384B99D-02EF-1DA8-B252-FEACED68FA4A}"/>
          </ac:spMkLst>
        </pc:spChg>
        <pc:picChg chg="add del mod">
          <ac:chgData name="Ricardo Amisterdan de Alencar" userId="9d5d7adb-fd85-424f-bd2a-cd9cd7fe3fbd" providerId="ADAL" clId="{734B09C8-6E81-47A1-861A-D105F0EDDF3D}" dt="2025-11-16T22:57:40.098" v="1601" actId="478"/>
          <ac:picMkLst>
            <pc:docMk/>
            <pc:sldMk cId="3790976851" sldId="268"/>
            <ac:picMk id="6" creationId="{A5349E63-B2A8-2E5F-F25B-FE65F82663E8}"/>
          </ac:picMkLst>
        </pc:picChg>
        <pc:picChg chg="add mod">
          <ac:chgData name="Ricardo Amisterdan de Alencar" userId="9d5d7adb-fd85-424f-bd2a-cd9cd7fe3fbd" providerId="ADAL" clId="{734B09C8-6E81-47A1-861A-D105F0EDDF3D}" dt="2025-11-17T01:44:54.128" v="1836" actId="1076"/>
          <ac:picMkLst>
            <pc:docMk/>
            <pc:sldMk cId="3790976851" sldId="268"/>
            <ac:picMk id="8" creationId="{41536C50-FE0C-8859-26FA-04B80EF558ED}"/>
          </ac:picMkLst>
        </pc:picChg>
        <pc:picChg chg="del mod">
          <ac:chgData name="Ricardo Amisterdan de Alencar" userId="9d5d7adb-fd85-424f-bd2a-cd9cd7fe3fbd" providerId="ADAL" clId="{734B09C8-6E81-47A1-861A-D105F0EDDF3D}" dt="2025-11-16T22:56:54.205" v="1596" actId="478"/>
          <ac:picMkLst>
            <pc:docMk/>
            <pc:sldMk cId="3790976851" sldId="268"/>
            <ac:picMk id="10" creationId="{D3880243-5FCF-C961-D4C4-87E13185586B}"/>
          </ac:picMkLst>
        </pc:picChg>
        <pc:picChg chg="add del mod">
          <ac:chgData name="Ricardo Amisterdan de Alencar" userId="9d5d7adb-fd85-424f-bd2a-cd9cd7fe3fbd" providerId="ADAL" clId="{734B09C8-6E81-47A1-861A-D105F0EDDF3D}" dt="2025-11-17T01:45:50.270" v="1842" actId="478"/>
          <ac:picMkLst>
            <pc:docMk/>
            <pc:sldMk cId="3790976851" sldId="268"/>
            <ac:picMk id="13" creationId="{9E563C72-7C71-AA25-7EC7-5354FE37EFAB}"/>
          </ac:picMkLst>
        </pc:picChg>
      </pc:sldChg>
      <pc:sldChg chg="modSp add mod ord">
        <pc:chgData name="Ricardo Amisterdan de Alencar" userId="9d5d7adb-fd85-424f-bd2a-cd9cd7fe3fbd" providerId="ADAL" clId="{734B09C8-6E81-47A1-861A-D105F0EDDF3D}" dt="2025-11-17T02:12:30.865" v="1999" actId="1076"/>
        <pc:sldMkLst>
          <pc:docMk/>
          <pc:sldMk cId="743308939" sldId="269"/>
        </pc:sldMkLst>
        <pc:spChg chg="mod">
          <ac:chgData name="Ricardo Amisterdan de Alencar" userId="9d5d7adb-fd85-424f-bd2a-cd9cd7fe3fbd" providerId="ADAL" clId="{734B09C8-6E81-47A1-861A-D105F0EDDF3D}" dt="2025-11-17T02:12:30.865" v="1999" actId="1076"/>
          <ac:spMkLst>
            <pc:docMk/>
            <pc:sldMk cId="743308939" sldId="269"/>
            <ac:spMk id="5" creationId="{3B8D5195-4A0E-93FC-B8FC-06DAA205C00F}"/>
          </ac:spMkLst>
        </pc:spChg>
        <pc:spChg chg="mod">
          <ac:chgData name="Ricardo Amisterdan de Alencar" userId="9d5d7adb-fd85-424f-bd2a-cd9cd7fe3fbd" providerId="ADAL" clId="{734B09C8-6E81-47A1-861A-D105F0EDDF3D}" dt="2025-11-17T02:12:26.943" v="1998" actId="1076"/>
          <ac:spMkLst>
            <pc:docMk/>
            <pc:sldMk cId="743308939" sldId="269"/>
            <ac:spMk id="6" creationId="{C2937984-2AD3-FC29-7B80-5DEA0B8D7DA2}"/>
          </ac:spMkLst>
        </pc:spChg>
      </pc:sldChg>
      <pc:sldChg chg="modSp add mod ord">
        <pc:chgData name="Ricardo Amisterdan de Alencar" userId="9d5d7adb-fd85-424f-bd2a-cd9cd7fe3fbd" providerId="ADAL" clId="{734B09C8-6E81-47A1-861A-D105F0EDDF3D}" dt="2025-11-17T02:13:44.401" v="2009" actId="1076"/>
        <pc:sldMkLst>
          <pc:docMk/>
          <pc:sldMk cId="1981944480" sldId="270"/>
        </pc:sldMkLst>
        <pc:spChg chg="mod">
          <ac:chgData name="Ricardo Amisterdan de Alencar" userId="9d5d7adb-fd85-424f-bd2a-cd9cd7fe3fbd" providerId="ADAL" clId="{734B09C8-6E81-47A1-861A-D105F0EDDF3D}" dt="2025-11-17T02:13:32.096" v="2008" actId="1076"/>
          <ac:spMkLst>
            <pc:docMk/>
            <pc:sldMk cId="1981944480" sldId="270"/>
            <ac:spMk id="5" creationId="{9A8BE7A9-CDA4-162E-BB9D-F8009E103759}"/>
          </ac:spMkLst>
        </pc:spChg>
        <pc:spChg chg="mod">
          <ac:chgData name="Ricardo Amisterdan de Alencar" userId="9d5d7adb-fd85-424f-bd2a-cd9cd7fe3fbd" providerId="ADAL" clId="{734B09C8-6E81-47A1-861A-D105F0EDDF3D}" dt="2025-11-17T02:13:44.401" v="2009" actId="1076"/>
          <ac:spMkLst>
            <pc:docMk/>
            <pc:sldMk cId="1981944480" sldId="270"/>
            <ac:spMk id="6" creationId="{D32C0FF6-14A9-8AFA-64ED-AADAED2347CB}"/>
          </ac:spMkLst>
        </pc:spChg>
      </pc:sldChg>
      <pc:sldChg chg="addSp delSp modSp add mod ord">
        <pc:chgData name="Ricardo Amisterdan de Alencar" userId="9d5d7adb-fd85-424f-bd2a-cd9cd7fe3fbd" providerId="ADAL" clId="{734B09C8-6E81-47A1-861A-D105F0EDDF3D}" dt="2025-11-17T02:04:50.191" v="1927" actId="1076"/>
        <pc:sldMkLst>
          <pc:docMk/>
          <pc:sldMk cId="1734883819" sldId="271"/>
        </pc:sldMkLst>
        <pc:spChg chg="del">
          <ac:chgData name="Ricardo Amisterdan de Alencar" userId="9d5d7adb-fd85-424f-bd2a-cd9cd7fe3fbd" providerId="ADAL" clId="{734B09C8-6E81-47A1-861A-D105F0EDDF3D}" dt="2025-11-17T02:03:31.610" v="1915" actId="478"/>
          <ac:spMkLst>
            <pc:docMk/>
            <pc:sldMk cId="1734883819" sldId="271"/>
            <ac:spMk id="2" creationId="{0CACA403-516F-D300-193B-A814408DD3C2}"/>
          </ac:spMkLst>
        </pc:spChg>
        <pc:spChg chg="mod">
          <ac:chgData name="Ricardo Amisterdan de Alencar" userId="9d5d7adb-fd85-424f-bd2a-cd9cd7fe3fbd" providerId="ADAL" clId="{734B09C8-6E81-47A1-861A-D105F0EDDF3D}" dt="2025-11-17T00:57:39.566" v="1783" actId="20577"/>
          <ac:spMkLst>
            <pc:docMk/>
            <pc:sldMk cId="1734883819" sldId="271"/>
            <ac:spMk id="4" creationId="{FC42F4E3-4347-A945-6FEC-F263300D2165}"/>
          </ac:spMkLst>
        </pc:spChg>
        <pc:spChg chg="mod">
          <ac:chgData name="Ricardo Amisterdan de Alencar" userId="9d5d7adb-fd85-424f-bd2a-cd9cd7fe3fbd" providerId="ADAL" clId="{734B09C8-6E81-47A1-861A-D105F0EDDF3D}" dt="2025-11-17T02:04:50.191" v="1927" actId="1076"/>
          <ac:spMkLst>
            <pc:docMk/>
            <pc:sldMk cId="1734883819" sldId="271"/>
            <ac:spMk id="5" creationId="{3BB4378F-D0E6-0F02-8FFC-5BD0E57D6100}"/>
          </ac:spMkLst>
        </pc:spChg>
        <pc:spChg chg="add del mod">
          <ac:chgData name="Ricardo Amisterdan de Alencar" userId="9d5d7adb-fd85-424f-bd2a-cd9cd7fe3fbd" providerId="ADAL" clId="{734B09C8-6E81-47A1-861A-D105F0EDDF3D}" dt="2025-11-17T02:04:30.415" v="1924" actId="478"/>
          <ac:spMkLst>
            <pc:docMk/>
            <pc:sldMk cId="1734883819" sldId="271"/>
            <ac:spMk id="12" creationId="{97887243-A93A-2D9E-3718-495BC5AC380B}"/>
          </ac:spMkLst>
        </pc:spChg>
        <pc:spChg chg="add mod">
          <ac:chgData name="Ricardo Amisterdan de Alencar" userId="9d5d7adb-fd85-424f-bd2a-cd9cd7fe3fbd" providerId="ADAL" clId="{734B09C8-6E81-47A1-861A-D105F0EDDF3D}" dt="2025-11-17T02:04:31.015" v="1925"/>
          <ac:spMkLst>
            <pc:docMk/>
            <pc:sldMk cId="1734883819" sldId="271"/>
            <ac:spMk id="13" creationId="{E8B13F48-8DA9-92B7-47D2-4B0CFD4F50A3}"/>
          </ac:spMkLst>
        </pc:spChg>
        <pc:picChg chg="add del mod">
          <ac:chgData name="Ricardo Amisterdan de Alencar" userId="9d5d7adb-fd85-424f-bd2a-cd9cd7fe3fbd" providerId="ADAL" clId="{734B09C8-6E81-47A1-861A-D105F0EDDF3D}" dt="2025-11-17T01:01:19.881" v="1795" actId="478"/>
          <ac:picMkLst>
            <pc:docMk/>
            <pc:sldMk cId="1734883819" sldId="271"/>
            <ac:picMk id="6" creationId="{46714F2B-B073-CDE1-0FBF-6A7BEFCD114B}"/>
          </ac:picMkLst>
        </pc:picChg>
        <pc:picChg chg="del">
          <ac:chgData name="Ricardo Amisterdan de Alencar" userId="9d5d7adb-fd85-424f-bd2a-cd9cd7fe3fbd" providerId="ADAL" clId="{734B09C8-6E81-47A1-861A-D105F0EDDF3D}" dt="2025-11-17T00:57:47.169" v="1784" actId="478"/>
          <ac:picMkLst>
            <pc:docMk/>
            <pc:sldMk cId="1734883819" sldId="271"/>
            <ac:picMk id="8" creationId="{1652CF03-0511-C8CB-597B-D2E4F19F2C24}"/>
          </ac:picMkLst>
        </pc:picChg>
        <pc:picChg chg="add mod">
          <ac:chgData name="Ricardo Amisterdan de Alencar" userId="9d5d7adb-fd85-424f-bd2a-cd9cd7fe3fbd" providerId="ADAL" clId="{734B09C8-6E81-47A1-861A-D105F0EDDF3D}" dt="2025-11-17T01:01:29.286" v="1797" actId="1076"/>
          <ac:picMkLst>
            <pc:docMk/>
            <pc:sldMk cId="1734883819" sldId="271"/>
            <ac:picMk id="9" creationId="{70FC3393-3569-B4AE-415F-D2577E1054C4}"/>
          </ac:picMkLst>
        </pc:picChg>
      </pc:sldChg>
      <pc:sldChg chg="addSp delSp modSp add mod ord">
        <pc:chgData name="Ricardo Amisterdan de Alencar" userId="9d5d7adb-fd85-424f-bd2a-cd9cd7fe3fbd" providerId="ADAL" clId="{734B09C8-6E81-47A1-861A-D105F0EDDF3D}" dt="2025-11-17T02:05:12.433" v="1930" actId="1076"/>
        <pc:sldMkLst>
          <pc:docMk/>
          <pc:sldMk cId="1248292677" sldId="272"/>
        </pc:sldMkLst>
        <pc:spChg chg="del">
          <ac:chgData name="Ricardo Amisterdan de Alencar" userId="9d5d7adb-fd85-424f-bd2a-cd9cd7fe3fbd" providerId="ADAL" clId="{734B09C8-6E81-47A1-861A-D105F0EDDF3D}" dt="2025-11-17T02:05:04.437" v="1928" actId="478"/>
          <ac:spMkLst>
            <pc:docMk/>
            <pc:sldMk cId="1248292677" sldId="272"/>
            <ac:spMk id="2" creationId="{9EFFCAA4-8CC8-C414-7946-DB0504D33B89}"/>
          </ac:spMkLst>
        </pc:spChg>
        <pc:spChg chg="mod">
          <ac:chgData name="Ricardo Amisterdan de Alencar" userId="9d5d7adb-fd85-424f-bd2a-cd9cd7fe3fbd" providerId="ADAL" clId="{734B09C8-6E81-47A1-861A-D105F0EDDF3D}" dt="2025-11-17T00:52:45.597" v="1770" actId="113"/>
          <ac:spMkLst>
            <pc:docMk/>
            <pc:sldMk cId="1248292677" sldId="272"/>
            <ac:spMk id="4" creationId="{19B4D401-1273-CC16-186F-72766018DB0A}"/>
          </ac:spMkLst>
        </pc:spChg>
        <pc:spChg chg="mod">
          <ac:chgData name="Ricardo Amisterdan de Alencar" userId="9d5d7adb-fd85-424f-bd2a-cd9cd7fe3fbd" providerId="ADAL" clId="{734B09C8-6E81-47A1-861A-D105F0EDDF3D}" dt="2025-11-17T02:05:12.433" v="1930" actId="1076"/>
          <ac:spMkLst>
            <pc:docMk/>
            <pc:sldMk cId="1248292677" sldId="272"/>
            <ac:spMk id="5" creationId="{AB982D68-C03B-CFAA-F19D-26EBABE4DF25}"/>
          </ac:spMkLst>
        </pc:spChg>
        <pc:spChg chg="add mod">
          <ac:chgData name="Ricardo Amisterdan de Alencar" userId="9d5d7adb-fd85-424f-bd2a-cd9cd7fe3fbd" providerId="ADAL" clId="{734B09C8-6E81-47A1-861A-D105F0EDDF3D}" dt="2025-11-17T02:05:04.978" v="1929"/>
          <ac:spMkLst>
            <pc:docMk/>
            <pc:sldMk cId="1248292677" sldId="272"/>
            <ac:spMk id="10" creationId="{71E86F3F-A4D0-FB8F-0205-5AF7B7A44185}"/>
          </ac:spMkLst>
        </pc:spChg>
        <pc:picChg chg="add mod">
          <ac:chgData name="Ricardo Amisterdan de Alencar" userId="9d5d7adb-fd85-424f-bd2a-cd9cd7fe3fbd" providerId="ADAL" clId="{734B09C8-6E81-47A1-861A-D105F0EDDF3D}" dt="2025-11-17T00:51:40.750" v="1711" actId="1076"/>
          <ac:picMkLst>
            <pc:docMk/>
            <pc:sldMk cId="1248292677" sldId="272"/>
            <ac:picMk id="6" creationId="{000E8AD5-0D9C-2D70-0257-32914FE7ECBF}"/>
          </ac:picMkLst>
        </pc:picChg>
        <pc:picChg chg="del">
          <ac:chgData name="Ricardo Amisterdan de Alencar" userId="9d5d7adb-fd85-424f-bd2a-cd9cd7fe3fbd" providerId="ADAL" clId="{734B09C8-6E81-47A1-861A-D105F0EDDF3D}" dt="2025-11-17T00:51:35.857" v="1709" actId="478"/>
          <ac:picMkLst>
            <pc:docMk/>
            <pc:sldMk cId="1248292677" sldId="272"/>
            <ac:picMk id="8" creationId="{8D77E765-2D8D-30E0-958D-82351D9276B6}"/>
          </ac:picMkLst>
        </pc:picChg>
      </pc:sldChg>
      <pc:sldChg chg="delSp modSp add mod ord">
        <pc:chgData name="Ricardo Amisterdan de Alencar" userId="9d5d7adb-fd85-424f-bd2a-cd9cd7fe3fbd" providerId="ADAL" clId="{734B09C8-6E81-47A1-861A-D105F0EDDF3D}" dt="2025-11-17T02:11:57.707" v="1995" actId="1076"/>
        <pc:sldMkLst>
          <pc:docMk/>
          <pc:sldMk cId="350742408" sldId="273"/>
        </pc:sldMkLst>
        <pc:spChg chg="mod">
          <ac:chgData name="Ricardo Amisterdan de Alencar" userId="9d5d7adb-fd85-424f-bd2a-cd9cd7fe3fbd" providerId="ADAL" clId="{734B09C8-6E81-47A1-861A-D105F0EDDF3D}" dt="2025-11-17T02:11:35.954" v="1993" actId="1076"/>
          <ac:spMkLst>
            <pc:docMk/>
            <pc:sldMk cId="350742408" sldId="273"/>
            <ac:spMk id="4" creationId="{CEDB56A2-3F3D-B745-7018-0F33A61DE730}"/>
          </ac:spMkLst>
        </pc:spChg>
        <pc:spChg chg="mod">
          <ac:chgData name="Ricardo Amisterdan de Alencar" userId="9d5d7adb-fd85-424f-bd2a-cd9cd7fe3fbd" providerId="ADAL" clId="{734B09C8-6E81-47A1-861A-D105F0EDDF3D}" dt="2025-11-17T02:11:57.707" v="1995" actId="1076"/>
          <ac:spMkLst>
            <pc:docMk/>
            <pc:sldMk cId="350742408" sldId="273"/>
            <ac:spMk id="5" creationId="{9C47B420-F532-1A1E-B5DD-B39D17D354AC}"/>
          </ac:spMkLst>
        </pc:spChg>
        <pc:spChg chg="del mod">
          <ac:chgData name="Ricardo Amisterdan de Alencar" userId="9d5d7adb-fd85-424f-bd2a-cd9cd7fe3fbd" providerId="ADAL" clId="{734B09C8-6E81-47A1-861A-D105F0EDDF3D}" dt="2025-11-17T02:08:53.364" v="1945" actId="478"/>
          <ac:spMkLst>
            <pc:docMk/>
            <pc:sldMk cId="350742408" sldId="273"/>
            <ac:spMk id="6" creationId="{876C19CE-E451-559F-B729-D4CB035B360A}"/>
          </ac:spMkLst>
        </pc:spChg>
      </pc:sldChg>
      <pc:sldChg chg="modSp add mod ord">
        <pc:chgData name="Ricardo Amisterdan de Alencar" userId="9d5d7adb-fd85-424f-bd2a-cd9cd7fe3fbd" providerId="ADAL" clId="{734B09C8-6E81-47A1-861A-D105F0EDDF3D}" dt="2025-11-17T02:36:20.639" v="2362" actId="20577"/>
        <pc:sldMkLst>
          <pc:docMk/>
          <pc:sldMk cId="274044512" sldId="274"/>
        </pc:sldMkLst>
        <pc:spChg chg="mod">
          <ac:chgData name="Ricardo Amisterdan de Alencar" userId="9d5d7adb-fd85-424f-bd2a-cd9cd7fe3fbd" providerId="ADAL" clId="{734B09C8-6E81-47A1-861A-D105F0EDDF3D}" dt="2025-11-17T02:36:20.639" v="2362" actId="20577"/>
          <ac:spMkLst>
            <pc:docMk/>
            <pc:sldMk cId="274044512" sldId="274"/>
            <ac:spMk id="4" creationId="{5E0D9ED6-1346-623F-1214-B8683D7AE839}"/>
          </ac:spMkLst>
        </pc:spChg>
        <pc:spChg chg="mod">
          <ac:chgData name="Ricardo Amisterdan de Alencar" userId="9d5d7adb-fd85-424f-bd2a-cd9cd7fe3fbd" providerId="ADAL" clId="{734B09C8-6E81-47A1-861A-D105F0EDDF3D}" dt="2025-11-17T02:16:30.406" v="2056" actId="20577"/>
          <ac:spMkLst>
            <pc:docMk/>
            <pc:sldMk cId="274044512" sldId="274"/>
            <ac:spMk id="5" creationId="{5E5E1EBB-27CF-302E-6F81-E0D35097BCB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A917B61-AB26-3183-B0DF-F7DA986196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B7A78D-B964-6BF1-6BD9-EC37D3E9B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2721C-C847-444D-ACD9-9E8821A45F6F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F92209-622A-1F22-8B4E-0E9DDB8778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A88D5A-54C2-8B09-6BB0-F6F045E605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93C31-64A6-4746-9B0F-61A537785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3524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A9D6C-6994-4470-AC66-C2ACF44E844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D7511-D470-41EB-B073-4694E21FE2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646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305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698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910D-F370-16F0-4AB0-09AE6C6F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962D35-2EBB-AC30-4DF5-AC2D6D59C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97EABA-A3DB-74E1-28E8-C913CE10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D79284-19A7-0D4F-F641-3C94516AA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652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F5CC-3A14-BE16-0F42-4DD2E021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F84749-0455-9997-431B-AE65D4C4F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C76DF3-72DC-675E-6247-92003F345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20B2B0-2CB9-711D-EB18-A49246AFE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697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9E8C-0EA6-789A-EEA0-5E7B57B3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555F0F-20EC-7246-4890-934477926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1FB15C-E1C2-8887-5214-0E5C42EB0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7E3EE0-0D15-9EF5-5606-DD2C39665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243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A6D8-9C8A-C283-06ED-28A56367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52CA3D-E055-FD61-8E95-7F8EFEC4A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F8C5C2-04D8-2C4B-B1DB-3C0A76DF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572E7C-D33D-EB72-EA70-038E97287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945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C1E0-F50E-ACB7-224E-DB8F8C6F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4FAE5A-C89A-6D9F-E3E9-88FE19827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9189E9-6032-90C0-1FFF-E74BAFB8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F1C3D2-436A-FEA1-7866-07C6BBFBC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D7511-D470-41EB-B073-4694E21FE25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91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2D34-B512-443E-94A7-03092B75AF65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287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25227-7C91-4E2D-876F-FC42ECCE9BBB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59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38D5-5EA9-419F-8CD9-61ED184A51A5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51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33AAF-BDA4-4D3B-AE79-9C1096093AA7}" type="datetime1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233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BFC6F-6EBE-4563-A262-E97E2FE0F82C}" type="datetime1">
              <a:rPr lang="pt-BR" smtClean="0"/>
              <a:t>16/11/2025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13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B66D-95D6-4668-AE47-69245E91DAF3}" type="datetime1">
              <a:rPr lang="pt-BR" smtClean="0"/>
              <a:t>16/11/2025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52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9E67-718E-44CD-AAC5-ACFAA148C6CC}" type="datetime1">
              <a:rPr lang="pt-BR" smtClean="0"/>
              <a:t>16/11/2025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97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ABF-3F23-4CF0-AF53-E1C57592C2F6}" type="datetime1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10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D972-119F-412F-A4E6-83B6A9224FA4}" type="datetime1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97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F4A-2AE3-484E-98CB-91C85847E192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67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78892-FC90-4A8E-A546-32429854DD50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73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7EC89-29F2-4B94-9B5A-A92F552F7283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ARTE NINJA DO PYTHON - RICARDO AMISTERDAN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D9F75-09A9-429A-B816-539DBE0B4E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80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D6AF5BCD-5FAB-8596-08C1-AC62C590BADB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00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5" name="Imagem 24" descr="Imagem digital fictícia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48CB7337-E9CC-345B-1C42-2ABCB50E9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295"/>
            <a:ext cx="9601200" cy="10093570"/>
          </a:xfrm>
          <a:prstGeom prst="rect">
            <a:avLst/>
          </a:prstGeom>
        </p:spPr>
      </p:pic>
      <p:sp>
        <p:nvSpPr>
          <p:cNvPr id="27" name="Sobre-Título">
            <a:extLst>
              <a:ext uri="{FF2B5EF4-FFF2-40B4-BE49-F238E27FC236}">
                <a16:creationId xmlns:a16="http://schemas.microsoft.com/office/drawing/2014/main" id="{B3B6ED26-83F8-07AA-36BC-A9CFCD1768E6}"/>
              </a:ext>
            </a:extLst>
          </p:cNvPr>
          <p:cNvSpPr txBox="1"/>
          <p:nvPr/>
        </p:nvSpPr>
        <p:spPr>
          <a:xfrm>
            <a:off x="1" y="0"/>
            <a:ext cx="9601200" cy="1323439"/>
          </a:xfrm>
          <a:prstGeom prst="rect">
            <a:avLst/>
          </a:prstGeom>
          <a:noFill/>
          <a:ln>
            <a:noFill/>
          </a:ln>
          <a:scene3d>
            <a:camera prst="perspectiveRelaxedModerately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solidFill>
                  <a:srgbClr val="89E0F4"/>
                </a:solidFill>
                <a:effectLst/>
                <a:latin typeface="Impact" panose="020B0806030902050204" pitchFamily="34" charset="0"/>
              </a:rPr>
              <a:t>Arte Ninja do </a:t>
            </a:r>
            <a:r>
              <a:rPr lang="pt-BR" sz="8000" dirty="0" err="1">
                <a:solidFill>
                  <a:srgbClr val="89E0F4"/>
                </a:solidFill>
                <a:effectLst/>
                <a:latin typeface="Impact" panose="020B0806030902050204" pitchFamily="34" charset="0"/>
              </a:rPr>
              <a:t>python</a:t>
            </a:r>
            <a:endParaRPr lang="pt-BR" sz="3200" dirty="0">
              <a:solidFill>
                <a:srgbClr val="89E0F4"/>
              </a:solidFill>
              <a:effectLst/>
              <a:latin typeface="Impact" panose="020B0806030902050204" pitchFamily="34" charset="0"/>
            </a:endParaRPr>
          </a:p>
        </p:txBody>
      </p:sp>
      <p:sp>
        <p:nvSpPr>
          <p:cNvPr id="29" name="Retângulo-Sobre-Título">
            <a:extLst>
              <a:ext uri="{FF2B5EF4-FFF2-40B4-BE49-F238E27FC236}">
                <a16:creationId xmlns:a16="http://schemas.microsoft.com/office/drawing/2014/main" id="{14E00F32-7BF1-3A13-21FD-B19F661DD49B}"/>
              </a:ext>
            </a:extLst>
          </p:cNvPr>
          <p:cNvSpPr/>
          <p:nvPr/>
        </p:nvSpPr>
        <p:spPr>
          <a:xfrm>
            <a:off x="0" y="1000273"/>
            <a:ext cx="9378461" cy="637230"/>
          </a:xfrm>
          <a:prstGeom prst="rect">
            <a:avLst/>
          </a:prstGeom>
          <a:solidFill>
            <a:srgbClr val="062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Título principal">
            <a:extLst>
              <a:ext uri="{FF2B5EF4-FFF2-40B4-BE49-F238E27FC236}">
                <a16:creationId xmlns:a16="http://schemas.microsoft.com/office/drawing/2014/main" id="{21239285-B7AF-6172-46A3-56A94C178722}"/>
              </a:ext>
            </a:extLst>
          </p:cNvPr>
          <p:cNvSpPr txBox="1"/>
          <p:nvPr/>
        </p:nvSpPr>
        <p:spPr>
          <a:xfrm>
            <a:off x="-1" y="1052728"/>
            <a:ext cx="9601200" cy="646331"/>
          </a:xfrm>
          <a:prstGeom prst="rect">
            <a:avLst/>
          </a:prstGeom>
          <a:solidFill>
            <a:srgbClr val="031E4B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  <a:latin typeface="Impact" panose="020B0806030902050204" pitchFamily="34" charset="0"/>
              </a:rPr>
              <a:t>Construa habilidades lendárias em programação</a:t>
            </a:r>
          </a:p>
        </p:txBody>
      </p:sp>
      <p:sp>
        <p:nvSpPr>
          <p:cNvPr id="33" name="Título principal">
            <a:extLst>
              <a:ext uri="{FF2B5EF4-FFF2-40B4-BE49-F238E27FC236}">
                <a16:creationId xmlns:a16="http://schemas.microsoft.com/office/drawing/2014/main" id="{431521D7-EF27-9516-B35F-27FB76E3D7AF}"/>
              </a:ext>
            </a:extLst>
          </p:cNvPr>
          <p:cNvSpPr txBox="1"/>
          <p:nvPr/>
        </p:nvSpPr>
        <p:spPr>
          <a:xfrm>
            <a:off x="1598734" y="11723980"/>
            <a:ext cx="6403731" cy="923330"/>
          </a:xfrm>
          <a:prstGeom prst="rect">
            <a:avLst/>
          </a:prstGeom>
          <a:solidFill>
            <a:srgbClr val="0001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n>
                  <a:solidFill>
                    <a:srgbClr val="01A8EC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Ricardo Amisterdan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9EFBD60-A013-E4F3-5663-40AC1344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E6D6CFE-90AD-CABB-5112-E5898AE9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46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25FF4-44CE-DEF1-67FE-C6E880AD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5D5A6D2-9B71-0CF7-0B4D-A0EF4EF8A609}"/>
              </a:ext>
            </a:extLst>
          </p:cNvPr>
          <p:cNvSpPr txBox="1"/>
          <p:nvPr/>
        </p:nvSpPr>
        <p:spPr>
          <a:xfrm>
            <a:off x="816340" y="2545558"/>
            <a:ext cx="7586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	Python é uma das linguagens de programação mais populares do mundo, conhecida por sua simplicidade, clareza e versatilidade. Ela é usada em diversas áreas, como desenvolvimento web, análise de dados, inteligência artificial e automação.</a:t>
            </a:r>
          </a:p>
          <a:p>
            <a:endParaRPr lang="pt-BR" dirty="0"/>
          </a:p>
          <a:p>
            <a:r>
              <a:rPr lang="pt-BR" dirty="0"/>
              <a:t>	O grande diferencial do Python é sua sintaxe intuitiva, que permite escrever códigos de forma rápida e fácil, mesmo para quem está começando. Com poucas linhas, você pode criar programas poderosos e eficientes. </a:t>
            </a:r>
          </a:p>
          <a:p>
            <a:endParaRPr lang="pt-BR" dirty="0"/>
          </a:p>
          <a:p>
            <a:r>
              <a:rPr lang="pt-BR" dirty="0"/>
              <a:t>	Se você deseja aprender a programar de maneira prática e construir soluções modernas, Python é a escolha ideal!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249638-14C9-0FC5-BD6A-3B425BEB49E1}"/>
              </a:ext>
            </a:extLst>
          </p:cNvPr>
          <p:cNvSpPr txBox="1"/>
          <p:nvPr/>
        </p:nvSpPr>
        <p:spPr>
          <a:xfrm>
            <a:off x="1179461" y="673877"/>
            <a:ext cx="5142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INTRODUÇÃO AO PYTHON</a:t>
            </a:r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7EA25C69-EA93-6183-5E39-916E66ED6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470" y="6400800"/>
            <a:ext cx="5166260" cy="5166260"/>
          </a:xfrm>
          <a:prstGeom prst="rect">
            <a:avLst/>
          </a:prstGeom>
        </p:spPr>
      </p:pic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AA7803-868F-E42A-B64C-6A5ED57A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2CE9B3-4941-8D3B-B068-7E3D27FD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2</a:t>
            </a:fld>
            <a:endParaRPr lang="pt-BR"/>
          </a:p>
        </p:txBody>
      </p:sp>
      <p:sp>
        <p:nvSpPr>
          <p:cNvPr id="11" name="Seta: Divisa 10">
            <a:extLst>
              <a:ext uri="{FF2B5EF4-FFF2-40B4-BE49-F238E27FC236}">
                <a16:creationId xmlns:a16="http://schemas.microsoft.com/office/drawing/2014/main" id="{FAC9223F-55EB-EDE3-B2A1-3355884D8AB0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35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BF89D28-637A-5904-4584-D16C9BE5F9DE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7E11F7-9CF6-9B10-E9DC-D50C0FB7B5BD}"/>
              </a:ext>
            </a:extLst>
          </p:cNvPr>
          <p:cNvSpPr txBox="1">
            <a:spLocks/>
          </p:cNvSpPr>
          <p:nvPr/>
        </p:nvSpPr>
        <p:spPr>
          <a:xfrm>
            <a:off x="0" y="6491543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400" dirty="0">
                <a:solidFill>
                  <a:schemeClr val="bg1"/>
                </a:solidFill>
                <a:latin typeface="Impact" panose="020B0806030902050204" pitchFamily="34" charset="0"/>
              </a:rPr>
              <a:t>VARIÁVEIS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EF91CA-EB4A-A673-AB51-313562D63381}"/>
              </a:ext>
            </a:extLst>
          </p:cNvPr>
          <p:cNvSpPr txBox="1"/>
          <p:nvPr/>
        </p:nvSpPr>
        <p:spPr>
          <a:xfrm>
            <a:off x="2336555" y="1490174"/>
            <a:ext cx="4928089" cy="55399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4400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0690F1B-5126-CBEA-2965-DAAF5EE4E47D}"/>
              </a:ext>
            </a:extLst>
          </p:cNvPr>
          <p:cNvSpPr/>
          <p:nvPr/>
        </p:nvSpPr>
        <p:spPr>
          <a:xfrm>
            <a:off x="510540" y="7853196"/>
            <a:ext cx="8580120" cy="1981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06BE2AF-3372-AF08-518E-0085C8E211DF}"/>
              </a:ext>
            </a:extLst>
          </p:cNvPr>
          <p:cNvSpPr txBox="1"/>
          <p:nvPr/>
        </p:nvSpPr>
        <p:spPr>
          <a:xfrm>
            <a:off x="510540" y="8439822"/>
            <a:ext cx="85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Variáveis são como “caixinhas” onde você armazena informações temporárias para usar no programa. O nome da variável serve para identificar o dado guardado nela.</a:t>
            </a:r>
            <a:endParaRPr lang="pt-BR" dirty="0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A2CCBD87-C954-BB5C-33DF-8F05A53C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E2212CA-AC42-011F-4B46-DE7158CF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68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CFFE-41A4-9BD4-4C24-E6D79FF1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73BA363-2DC7-8CF7-543B-ADBEDE69B980}"/>
              </a:ext>
            </a:extLst>
          </p:cNvPr>
          <p:cNvSpPr txBox="1"/>
          <p:nvPr/>
        </p:nvSpPr>
        <p:spPr>
          <a:xfrm>
            <a:off x="1049389" y="2627721"/>
            <a:ext cx="81399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Em Python, variáveis são espaços na memória onde guardamos valores. Pense nelas como uma etiqueta colada em uma caixa: você guarda algo dentro e usa a etiqueta para lembrar o que está ali.</a:t>
            </a:r>
          </a:p>
          <a:p>
            <a:endParaRPr lang="pt-BR" sz="2400" dirty="0"/>
          </a:p>
          <a:p>
            <a:r>
              <a:rPr lang="pt-BR" sz="2400" dirty="0"/>
              <a:t>	A grande vantagem em Python é que não precisamos dizer o tipo da variável — o Python identifica automaticamente.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375C60-21DC-5370-4D3F-C47AF7EBA953}"/>
              </a:ext>
            </a:extLst>
          </p:cNvPr>
          <p:cNvSpPr txBox="1"/>
          <p:nvPr/>
        </p:nvSpPr>
        <p:spPr>
          <a:xfrm>
            <a:off x="1323460" y="625034"/>
            <a:ext cx="4650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VARIÁVEIS EM PYTHON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2F66D3C3-3052-F6B5-6A48-E67A64D9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9601200" cy="3145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C85EEAC-8002-11B0-C62F-97387B8723A2}"/>
              </a:ext>
            </a:extLst>
          </p:cNvPr>
          <p:cNvSpPr txBox="1"/>
          <p:nvPr/>
        </p:nvSpPr>
        <p:spPr>
          <a:xfrm>
            <a:off x="1323460" y="1609243"/>
            <a:ext cx="7043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Guardando Informações do Jeito Certo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28C93C-22A1-85D5-C80A-E13E8EE7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16A849-FC30-5F00-2585-9781C998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4</a:t>
            </a:fld>
            <a:endParaRPr lang="pt-BR"/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74DE0E89-CB5B-9FA6-A347-BA5932FC6531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651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4F9C-25CF-30F8-0541-B197D4D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2CFD876-E42D-B644-AA46-E8BCDEA28EA8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14955B-2980-DDD9-85C1-5443DA261496}"/>
              </a:ext>
            </a:extLst>
          </p:cNvPr>
          <p:cNvSpPr txBox="1">
            <a:spLocks/>
          </p:cNvSpPr>
          <p:nvPr/>
        </p:nvSpPr>
        <p:spPr>
          <a:xfrm>
            <a:off x="0" y="6511391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400" dirty="0">
                <a:solidFill>
                  <a:schemeClr val="bg1"/>
                </a:solidFill>
                <a:latin typeface="Impact" panose="020B0806030902050204" pitchFamily="34" charset="0"/>
              </a:rPr>
              <a:t>TIPOS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23BF72-AD99-5D7A-2E70-D379E9D1481C}"/>
              </a:ext>
            </a:extLst>
          </p:cNvPr>
          <p:cNvSpPr txBox="1"/>
          <p:nvPr/>
        </p:nvSpPr>
        <p:spPr>
          <a:xfrm>
            <a:off x="2286000" y="1663910"/>
            <a:ext cx="5029200" cy="5386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4400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Impact" panose="020B0806030902050204" pitchFamily="34" charset="0"/>
              </a:rPr>
              <a:t>02</a:t>
            </a:r>
            <a:endParaRPr lang="pt-BR" sz="287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3331FF9-24CA-76AD-C06D-3C9D6BDF00B6}"/>
              </a:ext>
            </a:extLst>
          </p:cNvPr>
          <p:cNvSpPr/>
          <p:nvPr/>
        </p:nvSpPr>
        <p:spPr>
          <a:xfrm>
            <a:off x="-1981200" y="-1333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199F999-2BFC-A56C-19DC-6D9603459729}"/>
              </a:ext>
            </a:extLst>
          </p:cNvPr>
          <p:cNvSpPr/>
          <p:nvPr/>
        </p:nvSpPr>
        <p:spPr>
          <a:xfrm>
            <a:off x="510540" y="7853196"/>
            <a:ext cx="8580120" cy="1981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BDFABD-1F90-08CC-2076-17D8E6FE4C9C}"/>
              </a:ext>
            </a:extLst>
          </p:cNvPr>
          <p:cNvSpPr txBox="1"/>
          <p:nvPr/>
        </p:nvSpPr>
        <p:spPr>
          <a:xfrm>
            <a:off x="510540" y="8504764"/>
            <a:ext cx="8580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	Os tipos de dados definem a forma como uma informação é armazenada e usada no programa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984886-3D88-59E5-D7B1-7780FCD1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1719377-42CE-5872-1832-F2861AF1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92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D9728-D8B9-8B33-21AE-DD2B7911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91903D4-F8A5-B9CD-E9F7-7F1CC3A69BD3}"/>
              </a:ext>
            </a:extLst>
          </p:cNvPr>
          <p:cNvSpPr txBox="1"/>
          <p:nvPr/>
        </p:nvSpPr>
        <p:spPr>
          <a:xfrm>
            <a:off x="1179460" y="1957954"/>
            <a:ext cx="7857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Entender os tipos de dados é essencial para controlar como as informações são armazenadas, manipuladas e exibidas no programa. 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A94E90-7982-54F4-881A-BE8C6FDE441D}"/>
              </a:ext>
            </a:extLst>
          </p:cNvPr>
          <p:cNvSpPr txBox="1"/>
          <p:nvPr/>
        </p:nvSpPr>
        <p:spPr>
          <a:xfrm>
            <a:off x="1323460" y="625034"/>
            <a:ext cx="468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VALORES E SEUS TIPOS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1AC774E-B0A3-8635-6859-9366E632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0" y="7816570"/>
            <a:ext cx="9601200" cy="3350926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D2D27C8-F960-4B90-5DEB-76571467A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97157"/>
              </p:ext>
            </p:extLst>
          </p:nvPr>
        </p:nvGraphicFramePr>
        <p:xfrm>
          <a:off x="906780" y="3913884"/>
          <a:ext cx="778764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42359431"/>
                    </a:ext>
                  </a:extLst>
                </a:gridCol>
                <a:gridCol w="3032760">
                  <a:extLst>
                    <a:ext uri="{9D8B030D-6E8A-4147-A177-3AD203B41FA5}">
                      <a16:colId xmlns:a16="http://schemas.microsoft.com/office/drawing/2014/main" val="3240496316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4148046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/>
                        <a:t>Tipo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/>
                        <a:t>Significado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/>
                        <a:t>Exemplo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 err="1"/>
                        <a:t>int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/>
                        <a:t>Número inteiro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0, 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9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 err="1"/>
                        <a:t>float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/>
                        <a:t>Número decimal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/>
                        <a:t>10.5, 2.99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19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str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"Olá", "Python"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87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Verdadeiro/Falso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 err="1"/>
                        <a:t>True</a:t>
                      </a:r>
                      <a:r>
                        <a:rPr lang="pt-BR" sz="2400" dirty="0"/>
                        <a:t>,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560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/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/>
                        <a:t>Coleção de valores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dirty="0"/>
                        <a:t>[1, 2, 3], ["A", "B"]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545315"/>
                  </a:ext>
                </a:extLst>
              </a:tr>
            </a:tbl>
          </a:graphicData>
        </a:graphic>
      </p:graphicFrame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3FB465-5432-556E-C374-617DAB4D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ABE145-DB3E-EE9E-756C-F2B0ECE2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6</a:t>
            </a:fld>
            <a:endParaRPr lang="pt-BR"/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AA58C5F3-F477-FDCF-CF93-2FE0D87299ED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451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4519-0D2B-50E9-9129-C17B463F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137A2A9-FC56-3F10-1482-833AE143EE0A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8BE7A9-CDA4-162E-BB9D-F8009E103759}"/>
              </a:ext>
            </a:extLst>
          </p:cNvPr>
          <p:cNvSpPr txBox="1">
            <a:spLocks/>
          </p:cNvSpPr>
          <p:nvPr/>
        </p:nvSpPr>
        <p:spPr>
          <a:xfrm>
            <a:off x="0" y="6521134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400" dirty="0">
                <a:solidFill>
                  <a:schemeClr val="bg1"/>
                </a:solidFill>
                <a:latin typeface="Impact" panose="020B0806030902050204" pitchFamily="34" charset="0"/>
              </a:rPr>
              <a:t>ENTRADA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2C0FF6-14A9-8AFA-64ED-AADAED2347CB}"/>
              </a:ext>
            </a:extLst>
          </p:cNvPr>
          <p:cNvSpPr txBox="1"/>
          <p:nvPr/>
        </p:nvSpPr>
        <p:spPr>
          <a:xfrm>
            <a:off x="2352675" y="1673653"/>
            <a:ext cx="4895850" cy="5386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4400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Impact" panose="020B0806030902050204" pitchFamily="34" charset="0"/>
              </a:rPr>
              <a:t>03</a:t>
            </a:r>
            <a:endParaRPr lang="pt-BR" sz="287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970306E-6A47-040E-DCF6-BEA6E53C8047}"/>
              </a:ext>
            </a:extLst>
          </p:cNvPr>
          <p:cNvSpPr/>
          <p:nvPr/>
        </p:nvSpPr>
        <p:spPr>
          <a:xfrm>
            <a:off x="510540" y="7853196"/>
            <a:ext cx="8580120" cy="1981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85DA4A5-AEDB-C2BC-CA82-E2085546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C2B5F94-D0AC-2BC2-230E-D0B25DD9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94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3363-6FB2-E8B5-66C3-4EA62520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B4D401-1273-CC16-186F-72766018DB0A}"/>
              </a:ext>
            </a:extLst>
          </p:cNvPr>
          <p:cNvSpPr txBox="1"/>
          <p:nvPr/>
        </p:nvSpPr>
        <p:spPr>
          <a:xfrm>
            <a:off x="1179460" y="1957954"/>
            <a:ext cx="7926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Em muitos programas, precisamos solicitar dados ao usuário. Para isso, usamos a função input(), que sempre retorna um valor do tipo </a:t>
            </a:r>
            <a:r>
              <a:rPr lang="pt-BR" sz="2400" dirty="0" err="1"/>
              <a:t>string</a:t>
            </a:r>
            <a:r>
              <a:rPr lang="pt-BR" sz="2400" dirty="0"/>
              <a:t> (</a:t>
            </a:r>
            <a:r>
              <a:rPr lang="pt-BR" sz="2400" dirty="0" err="1"/>
              <a:t>str</a:t>
            </a:r>
            <a:r>
              <a:rPr lang="pt-BR" sz="2400" dirty="0"/>
              <a:t>).</a:t>
            </a:r>
          </a:p>
          <a:p>
            <a:endParaRPr lang="pt-BR" sz="2400" dirty="0"/>
          </a:p>
          <a:p>
            <a:r>
              <a:rPr lang="pt-BR" sz="2400" dirty="0"/>
              <a:t>	Quando o valor deve ser número, precisamos converter (usar </a:t>
            </a:r>
            <a:r>
              <a:rPr lang="pt-BR" sz="2400" dirty="0" err="1"/>
              <a:t>int</a:t>
            </a:r>
            <a:r>
              <a:rPr lang="pt-BR" sz="2400" dirty="0"/>
              <a:t>() ou </a:t>
            </a:r>
            <a:r>
              <a:rPr lang="pt-BR" sz="2400" dirty="0" err="1"/>
              <a:t>float</a:t>
            </a:r>
            <a:r>
              <a:rPr lang="pt-BR" sz="2400" dirty="0"/>
              <a:t>()).</a:t>
            </a:r>
          </a:p>
          <a:p>
            <a:endParaRPr lang="pt-BR" sz="2400" dirty="0"/>
          </a:p>
          <a:p>
            <a:r>
              <a:rPr lang="pt-BR" sz="2400" dirty="0"/>
              <a:t>Conversões comuns:</a:t>
            </a:r>
          </a:p>
          <a:p>
            <a:endParaRPr lang="pt-BR" sz="2400" dirty="0"/>
          </a:p>
          <a:p>
            <a:r>
              <a:rPr lang="pt-BR" sz="2400" dirty="0"/>
              <a:t>Exemplo	                   Resultado</a:t>
            </a:r>
          </a:p>
          <a:p>
            <a:r>
              <a:rPr lang="pt-BR" sz="2400" dirty="0" err="1"/>
              <a:t>int</a:t>
            </a:r>
            <a:r>
              <a:rPr lang="pt-BR" sz="2400" dirty="0"/>
              <a:t>("10")	                         10</a:t>
            </a:r>
          </a:p>
          <a:p>
            <a:r>
              <a:rPr lang="pt-BR" sz="2400" dirty="0" err="1"/>
              <a:t>float</a:t>
            </a:r>
            <a:r>
              <a:rPr lang="pt-BR" sz="2400" dirty="0"/>
              <a:t>("2.5")	                  2.5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982D68-C03B-CFAA-F19D-26EBABE4DF25}"/>
              </a:ext>
            </a:extLst>
          </p:cNvPr>
          <p:cNvSpPr txBox="1"/>
          <p:nvPr/>
        </p:nvSpPr>
        <p:spPr>
          <a:xfrm>
            <a:off x="1158678" y="651113"/>
            <a:ext cx="7782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RECEBENDO INFORMAÇÃO DO USUÁRIO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00E8AD5-0D9C-2D70-0257-32914FE7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6760435"/>
            <a:ext cx="9601200" cy="4614729"/>
          </a:xfrm>
          <a:prstGeom prst="rect">
            <a:avLst/>
          </a:prstGeom>
        </p:spPr>
      </p:pic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65C0A46C-CF55-A41B-A6AE-2D3F60AC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CADCFD-8F95-9468-1955-DBFD801C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8</a:t>
            </a:fld>
            <a:endParaRPr lang="pt-BR"/>
          </a:p>
        </p:txBody>
      </p:sp>
      <p:sp>
        <p:nvSpPr>
          <p:cNvPr id="10" name="Seta: Divisa 9">
            <a:extLst>
              <a:ext uri="{FF2B5EF4-FFF2-40B4-BE49-F238E27FC236}">
                <a16:creationId xmlns:a16="http://schemas.microsoft.com/office/drawing/2014/main" id="{71E86F3F-A4D0-FB8F-0205-5AF7B7A44185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29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612A-6A6E-0CAD-B0A6-DF5EC1F1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31A1840-A584-0DB7-E043-4B504E184666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233F34-9344-B03B-FD7C-2138B2649092}"/>
              </a:ext>
            </a:extLst>
          </p:cNvPr>
          <p:cNvSpPr txBox="1">
            <a:spLocks/>
          </p:cNvSpPr>
          <p:nvPr/>
        </p:nvSpPr>
        <p:spPr>
          <a:xfrm>
            <a:off x="0" y="6521134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400" dirty="0">
                <a:solidFill>
                  <a:schemeClr val="bg1"/>
                </a:solidFill>
                <a:latin typeface="Impact" panose="020B0806030902050204" pitchFamily="34" charset="0"/>
              </a:rPr>
              <a:t>OPERADORES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9BBA9A-7C8D-E1F4-B843-A8DF7AE49BCB}"/>
              </a:ext>
            </a:extLst>
          </p:cNvPr>
          <p:cNvSpPr txBox="1"/>
          <p:nvPr/>
        </p:nvSpPr>
        <p:spPr>
          <a:xfrm>
            <a:off x="0" y="1663910"/>
            <a:ext cx="9601200" cy="5386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4400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Impact" panose="020B0806030902050204" pitchFamily="34" charset="0"/>
              </a:rPr>
              <a:t>04</a:t>
            </a:r>
            <a:endParaRPr lang="pt-BR" sz="287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F62DB04-D5A3-5B26-B90E-228508F4519D}"/>
              </a:ext>
            </a:extLst>
          </p:cNvPr>
          <p:cNvSpPr/>
          <p:nvPr/>
        </p:nvSpPr>
        <p:spPr>
          <a:xfrm>
            <a:off x="510540" y="7853196"/>
            <a:ext cx="8580120" cy="1981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660F464F-16F2-AB98-CB80-3804ADD6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11F8120-9513-0546-4757-F15C1268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894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B50B-948A-32A2-1E95-926AB677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: Divisa 1">
            <a:extLst>
              <a:ext uri="{FF2B5EF4-FFF2-40B4-BE49-F238E27FC236}">
                <a16:creationId xmlns:a16="http://schemas.microsoft.com/office/drawing/2014/main" id="{3931C753-E091-FA0E-7110-46B5ECFE5D97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4D3681-DDB3-2B00-BB34-3ADD6D7C1470}"/>
              </a:ext>
            </a:extLst>
          </p:cNvPr>
          <p:cNvSpPr txBox="1"/>
          <p:nvPr/>
        </p:nvSpPr>
        <p:spPr>
          <a:xfrm>
            <a:off x="1179460" y="2094324"/>
            <a:ext cx="79264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Operadores são símbolos usados para realizar operações sobre valores e variáveis. Em Python, os operadores aritméticos permitem fazer cálculos simples e avançados:</a:t>
            </a:r>
          </a:p>
          <a:p>
            <a:pPr algn="ctr"/>
            <a:endParaRPr lang="pt-BR" sz="2400" dirty="0"/>
          </a:p>
          <a:p>
            <a:pPr algn="ctr"/>
            <a:r>
              <a:rPr lang="pt-BR" dirty="0"/>
              <a:t>+</a:t>
            </a:r>
            <a:r>
              <a:rPr lang="pt-BR" sz="2400" dirty="0"/>
              <a:t> → soma</a:t>
            </a:r>
          </a:p>
          <a:p>
            <a:pPr algn="ctr"/>
            <a:r>
              <a:rPr lang="pt-BR" dirty="0"/>
              <a:t>-</a:t>
            </a:r>
            <a:r>
              <a:rPr lang="pt-BR" sz="2400" dirty="0"/>
              <a:t> → subtração</a:t>
            </a:r>
          </a:p>
          <a:p>
            <a:pPr algn="ctr"/>
            <a:r>
              <a:rPr lang="pt-BR" dirty="0"/>
              <a:t>*</a:t>
            </a:r>
            <a:r>
              <a:rPr lang="pt-BR" sz="2400" dirty="0"/>
              <a:t> → multiplicação</a:t>
            </a:r>
          </a:p>
          <a:p>
            <a:pPr algn="ctr"/>
            <a:r>
              <a:rPr lang="pt-BR" dirty="0"/>
              <a:t>/</a:t>
            </a:r>
            <a:r>
              <a:rPr lang="pt-BR" sz="2400" dirty="0"/>
              <a:t> → divisão</a:t>
            </a:r>
          </a:p>
          <a:p>
            <a:pPr algn="ctr"/>
            <a:r>
              <a:rPr lang="pt-BR" dirty="0"/>
              <a:t>//</a:t>
            </a:r>
            <a:r>
              <a:rPr lang="pt-BR" sz="2400" dirty="0"/>
              <a:t> → divisão inteira</a:t>
            </a:r>
          </a:p>
          <a:p>
            <a:pPr algn="ctr"/>
            <a:r>
              <a:rPr lang="pt-BR" dirty="0"/>
              <a:t>%</a:t>
            </a:r>
            <a:r>
              <a:rPr lang="pt-BR" sz="2400" dirty="0"/>
              <a:t> → resto da divisão</a:t>
            </a:r>
          </a:p>
          <a:p>
            <a:pPr algn="ctr"/>
            <a:r>
              <a:rPr lang="pt-BR" dirty="0"/>
              <a:t>**</a:t>
            </a:r>
            <a:r>
              <a:rPr lang="pt-BR" sz="2400" dirty="0"/>
              <a:t> → potência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ctr"/>
            <a:r>
              <a:rPr lang="pt-BR" sz="2400" dirty="0"/>
              <a:t>Esses operadores ajudam a transformar e combinar dados de forma rápida e intuitiva.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783763-2C66-429F-8A69-843AD6D09D82}"/>
              </a:ext>
            </a:extLst>
          </p:cNvPr>
          <p:cNvSpPr txBox="1"/>
          <p:nvPr/>
        </p:nvSpPr>
        <p:spPr>
          <a:xfrm>
            <a:off x="1261548" y="660114"/>
            <a:ext cx="7410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MANIPULE VALORES COM FACILIDADE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1536C50-FE0C-8859-26FA-04B80EF55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2383"/>
            <a:ext cx="9601200" cy="4614729"/>
          </a:xfrm>
          <a:prstGeom prst="rect">
            <a:avLst/>
          </a:prstGeom>
        </p:spPr>
      </p:pic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62D82F74-8E54-7237-3FF0-B7B5B229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72D19E74-9DC1-FF2B-984D-7B67320B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97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A073-BF13-EDD6-2670-9FB334E6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8EEB46A-0FCB-0AFD-29C1-394C27725D7A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8D5195-4A0E-93FC-B8FC-06DAA205C00F}"/>
              </a:ext>
            </a:extLst>
          </p:cNvPr>
          <p:cNvSpPr txBox="1">
            <a:spLocks/>
          </p:cNvSpPr>
          <p:nvPr/>
        </p:nvSpPr>
        <p:spPr>
          <a:xfrm>
            <a:off x="0" y="6511391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400" dirty="0">
                <a:solidFill>
                  <a:schemeClr val="bg1"/>
                </a:solidFill>
                <a:latin typeface="Impact" panose="020B0806030902050204" pitchFamily="34" charset="0"/>
              </a:rPr>
              <a:t>COMENTÁRIOS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937984-2AD3-FC29-7B80-5DEA0B8D7DA2}"/>
              </a:ext>
            </a:extLst>
          </p:cNvPr>
          <p:cNvSpPr txBox="1"/>
          <p:nvPr/>
        </p:nvSpPr>
        <p:spPr>
          <a:xfrm>
            <a:off x="0" y="1663910"/>
            <a:ext cx="9601200" cy="5386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4400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  <a:latin typeface="Impact" panose="020B0806030902050204" pitchFamily="34" charset="0"/>
              </a:rPr>
              <a:t>05</a:t>
            </a:r>
            <a:endParaRPr lang="pt-BR" sz="287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noFill/>
              <a:latin typeface="Impact" panose="020B080603090205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38A0F9A-65CB-2F47-2EED-4CF888765CFF}"/>
              </a:ext>
            </a:extLst>
          </p:cNvPr>
          <p:cNvSpPr/>
          <p:nvPr/>
        </p:nvSpPr>
        <p:spPr>
          <a:xfrm>
            <a:off x="510540" y="7853196"/>
            <a:ext cx="8580120" cy="1981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32C26EC8-8B6C-97E6-6B2C-9CFD1DB8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B0D1D24-0F25-72EF-1739-6746E591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308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5673-AD43-C32C-FBF1-4D84D835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C42F4E3-4347-A945-6FEC-F263300D2165}"/>
              </a:ext>
            </a:extLst>
          </p:cNvPr>
          <p:cNvSpPr txBox="1"/>
          <p:nvPr/>
        </p:nvSpPr>
        <p:spPr>
          <a:xfrm>
            <a:off x="1179460" y="1957954"/>
            <a:ext cx="7926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Comentários são textos dentro do código que servem para </a:t>
            </a:r>
            <a:r>
              <a:rPr lang="pt-BR" sz="2400" b="1" dirty="0"/>
              <a:t>explicar o que ele faz</a:t>
            </a:r>
            <a:r>
              <a:rPr lang="pt-BR" sz="2400" dirty="0"/>
              <a:t>, mas não são executados pelo Python.</a:t>
            </a:r>
            <a:br>
              <a:rPr lang="pt-BR" sz="2400" dirty="0"/>
            </a:br>
            <a:r>
              <a:rPr lang="pt-BR" sz="2400" dirty="0"/>
              <a:t>	Eles são essenciais para tornar o código mais fácil de entender, revisar e manter.</a:t>
            </a:r>
          </a:p>
          <a:p>
            <a:r>
              <a:rPr lang="pt-BR" sz="2400" dirty="0"/>
              <a:t>	Bons comentários tornam seu código </a:t>
            </a:r>
            <a:r>
              <a:rPr lang="pt-BR" sz="2400" b="1" dirty="0"/>
              <a:t>mais profissional</a:t>
            </a:r>
            <a:r>
              <a:rPr lang="pt-BR" sz="2400" dirty="0"/>
              <a:t>, especialmente quando outras pessoas também irão trabalhar no projeto — ou quando você mesmo voltar ao código meses depois.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B4378F-D0E6-0F02-8FFC-5BD0E57D6100}"/>
              </a:ext>
            </a:extLst>
          </p:cNvPr>
          <p:cNvSpPr txBox="1"/>
          <p:nvPr/>
        </p:nvSpPr>
        <p:spPr>
          <a:xfrm>
            <a:off x="1251460" y="754673"/>
            <a:ext cx="7782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EXPLICANDO CÓDIGO DE FORMA CLARA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0FC3393-3569-B4AE-415F-D2577E10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7555"/>
            <a:ext cx="9601200" cy="4614729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8C0A775E-C072-6F8B-C0B0-A53C7936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540E568-6B0D-6ACA-4951-AEE7D544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12</a:t>
            </a:fld>
            <a:endParaRPr lang="pt-BR"/>
          </a:p>
        </p:txBody>
      </p:sp>
      <p:sp>
        <p:nvSpPr>
          <p:cNvPr id="13" name="Seta: Divisa 12">
            <a:extLst>
              <a:ext uri="{FF2B5EF4-FFF2-40B4-BE49-F238E27FC236}">
                <a16:creationId xmlns:a16="http://schemas.microsoft.com/office/drawing/2014/main" id="{E8B13F48-8DA9-92B7-47D2-4B0CFD4F50A3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883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53D5-C2EB-B4CC-FA16-4AF34085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EDB56A2-3F3D-B745-7018-0F33A61DE73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47B420-F532-1A1E-B5DD-B39D17D354AC}"/>
              </a:ext>
            </a:extLst>
          </p:cNvPr>
          <p:cNvSpPr txBox="1">
            <a:spLocks/>
          </p:cNvSpPr>
          <p:nvPr/>
        </p:nvSpPr>
        <p:spPr>
          <a:xfrm>
            <a:off x="0" y="5764123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AGRADECIMENTOS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F6EEF5-E231-BE67-8D45-8EAD019BDB88}"/>
              </a:ext>
            </a:extLst>
          </p:cNvPr>
          <p:cNvSpPr/>
          <p:nvPr/>
        </p:nvSpPr>
        <p:spPr>
          <a:xfrm>
            <a:off x="510540" y="7853196"/>
            <a:ext cx="8580120" cy="1981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B0BD792-6E2D-3179-2BF9-A5E05B05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A3B21EB-A81E-D781-2098-6BDC74B3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42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B955-5B95-BD9A-DF68-FB75AFF6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E0D9ED6-1346-623F-1214-B8683D7AE839}"/>
              </a:ext>
            </a:extLst>
          </p:cNvPr>
          <p:cNvSpPr txBox="1"/>
          <p:nvPr/>
        </p:nvSpPr>
        <p:spPr>
          <a:xfrm>
            <a:off x="685800" y="1957954"/>
            <a:ext cx="8420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	 Este conteúdo foi criado com o apoio de inteligência artificial e diagramado manualmente para oferecer uma experiência clara e </a:t>
            </a:r>
            <a:r>
              <a:rPr lang="pt-BR" sz="2400"/>
              <a:t>organizada.</a:t>
            </a:r>
          </a:p>
          <a:p>
            <a:pPr algn="ctr"/>
            <a:br>
              <a:rPr lang="pt-BR" sz="2400" dirty="0"/>
            </a:br>
            <a:r>
              <a:rPr lang="pt-BR" sz="2400" dirty="0"/>
              <a:t>O objetivo é fornecer um material didático para quem deseja aprender Python de forma prática e acessível.</a:t>
            </a:r>
            <a:br>
              <a:rPr lang="pt-BR" sz="2400" dirty="0"/>
            </a:br>
            <a:r>
              <a:rPr lang="pt-BR" sz="2400" dirty="0"/>
              <a:t>Continue explorando, praticando e evoluindo — cada linha de código é um passo rumo à maestria.</a:t>
            </a:r>
            <a:br>
              <a:rPr lang="pt-BR" sz="2400" dirty="0"/>
            </a:br>
            <a:r>
              <a:rPr lang="pt-BR" sz="2400" dirty="0"/>
              <a:t>Para mais exemplos e recursos, confira meu GitHub.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5E1EBB-27CF-302E-6F81-E0D35097BCBF}"/>
              </a:ext>
            </a:extLst>
          </p:cNvPr>
          <p:cNvSpPr txBox="1"/>
          <p:nvPr/>
        </p:nvSpPr>
        <p:spPr>
          <a:xfrm>
            <a:off x="1251460" y="754673"/>
            <a:ext cx="7782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1F264AD-ADAE-5835-0188-698233512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7555"/>
            <a:ext cx="9601200" cy="4614729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B250AC1-BE14-07DD-D667-F51D041E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ARTE NINJA DO PYTHON - RICARDO AMISTERDAN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F5D0AECE-B896-3DC5-D73C-C1F5AABF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9F75-09A9-429A-B816-539DBE0B4EA9}" type="slidenum">
              <a:rPr lang="pt-BR" smtClean="0"/>
              <a:t>14</a:t>
            </a:fld>
            <a:endParaRPr lang="pt-BR"/>
          </a:p>
        </p:txBody>
      </p:sp>
      <p:sp>
        <p:nvSpPr>
          <p:cNvPr id="13" name="Seta: Divisa 12">
            <a:extLst>
              <a:ext uri="{FF2B5EF4-FFF2-40B4-BE49-F238E27FC236}">
                <a16:creationId xmlns:a16="http://schemas.microsoft.com/office/drawing/2014/main" id="{2664DD40-A8D4-9A3C-EE5F-F43C2112C88D}"/>
              </a:ext>
            </a:extLst>
          </p:cNvPr>
          <p:cNvSpPr/>
          <p:nvPr/>
        </p:nvSpPr>
        <p:spPr>
          <a:xfrm rot="16200000">
            <a:off x="-363928" y="-161626"/>
            <a:ext cx="2038092" cy="1048684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45000"/>
                  <a:lumOff val="55000"/>
                </a:schemeClr>
              </a:gs>
              <a:gs pos="100000">
                <a:srgbClr val="01A8EC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445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985</TotalTime>
  <Words>730</Words>
  <Application>Microsoft Office PowerPoint</Application>
  <PresentationFormat>Papel A3 (297 x 420 mm)</PresentationFormat>
  <Paragraphs>110</Paragraphs>
  <Slides>14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Amisterdan</dc:creator>
  <cp:lastModifiedBy>Ricardo Amisterdan</cp:lastModifiedBy>
  <cp:revision>1</cp:revision>
  <dcterms:created xsi:type="dcterms:W3CDTF">2025-11-15T06:05:24Z</dcterms:created>
  <dcterms:modified xsi:type="dcterms:W3CDTF">2025-11-17T02:36:26Z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75498d2-29ec-4c1a-b398-8a8e1b01e345_Enabled">
    <vt:lpwstr>true</vt:lpwstr>
  </property>
  <property fmtid="{D5CDD505-2E9C-101B-9397-08002B2CF9AE}" pid="3" name="MSIP_Label_975498d2-29ec-4c1a-b398-8a8e1b01e345_SetDate">
    <vt:lpwstr>2025-11-15T08:05:03Z</vt:lpwstr>
  </property>
  <property fmtid="{D5CDD505-2E9C-101B-9397-08002B2CF9AE}" pid="4" name="MSIP_Label_975498d2-29ec-4c1a-b398-8a8e1b01e345_Method">
    <vt:lpwstr>Standard</vt:lpwstr>
  </property>
  <property fmtid="{D5CDD505-2E9C-101B-9397-08002B2CF9AE}" pid="5" name="MSIP_Label_975498d2-29ec-4c1a-b398-8a8e1b01e345_Name">
    <vt:lpwstr>defa4170-0d19-0005-0004-bc88714345d2</vt:lpwstr>
  </property>
  <property fmtid="{D5CDD505-2E9C-101B-9397-08002B2CF9AE}" pid="6" name="MSIP_Label_975498d2-29ec-4c1a-b398-8a8e1b01e345_SiteId">
    <vt:lpwstr>28c27457-1a57-4ca5-a81f-93db7cacc421</vt:lpwstr>
  </property>
  <property fmtid="{D5CDD505-2E9C-101B-9397-08002B2CF9AE}" pid="7" name="MSIP_Label_975498d2-29ec-4c1a-b398-8a8e1b01e345_ActionId">
    <vt:lpwstr>2eebe469-999b-4426-9778-5658183cb431</vt:lpwstr>
  </property>
  <property fmtid="{D5CDD505-2E9C-101B-9397-08002B2CF9AE}" pid="8" name="MSIP_Label_975498d2-29ec-4c1a-b398-8a8e1b01e345_ContentBits">
    <vt:lpwstr>0</vt:lpwstr>
  </property>
  <property fmtid="{D5CDD505-2E9C-101B-9397-08002B2CF9AE}" pid="9" name="MSIP_Label_975498d2-29ec-4c1a-b398-8a8e1b01e345_Tag">
    <vt:lpwstr>10, 3, 0, 1</vt:lpwstr>
  </property>
</Properties>
</file>